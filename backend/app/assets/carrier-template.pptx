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147483631" r:id="rId2"/>
    <p:sldId id="2147483635" r:id="rId3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6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B51F6-9593-4315-AEDE-DDE237E162A7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B43BF-FCC6-4904-9735-8E0D0534F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50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10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, exam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7">
            <a:extLst>
              <a:ext uri="{FF2B5EF4-FFF2-40B4-BE49-F238E27FC236}">
                <a16:creationId xmlns:a16="http://schemas.microsoft.com/office/drawing/2014/main" id="{C81C92BF-059B-8559-9159-FBEB153937DC}"/>
              </a:ext>
            </a:extLst>
          </p:cNvPr>
          <p:cNvSpPr/>
          <p:nvPr userDrawn="1"/>
        </p:nvSpPr>
        <p:spPr>
          <a:xfrm>
            <a:off x="4131528" y="3646451"/>
            <a:ext cx="4173344" cy="1497050"/>
          </a:xfrm>
          <a:custGeom>
            <a:avLst/>
            <a:gdLst>
              <a:gd name="connsiteX0" fmla="*/ 78065 w 5564459"/>
              <a:gd name="connsiteY0" fmla="*/ 0 h 1996067"/>
              <a:gd name="connsiteX1" fmla="*/ 5486394 w 5564459"/>
              <a:gd name="connsiteY1" fmla="*/ 0 h 1996067"/>
              <a:gd name="connsiteX2" fmla="*/ 5564459 w 5564459"/>
              <a:gd name="connsiteY2" fmla="*/ 78065 h 1996067"/>
              <a:gd name="connsiteX3" fmla="*/ 5564459 w 5564459"/>
              <a:gd name="connsiteY3" fmla="*/ 1996067 h 1996067"/>
              <a:gd name="connsiteX4" fmla="*/ 0 w 5564459"/>
              <a:gd name="connsiteY4" fmla="*/ 1996067 h 1996067"/>
              <a:gd name="connsiteX5" fmla="*/ 0 w 5564459"/>
              <a:gd name="connsiteY5" fmla="*/ 78065 h 1996067"/>
              <a:gd name="connsiteX6" fmla="*/ 78065 w 5564459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4459" h="1996067">
                <a:moveTo>
                  <a:pt x="78065" y="0"/>
                </a:moveTo>
                <a:lnTo>
                  <a:pt x="5486394" y="0"/>
                </a:lnTo>
                <a:cubicBezTo>
                  <a:pt x="5529508" y="0"/>
                  <a:pt x="5564459" y="34951"/>
                  <a:pt x="5564459" y="78065"/>
                </a:cubicBezTo>
                <a:lnTo>
                  <a:pt x="5564459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01910306-9BA2-A3D9-C970-EBEF0541D5B1}"/>
              </a:ext>
            </a:extLst>
          </p:cNvPr>
          <p:cNvSpPr/>
          <p:nvPr userDrawn="1"/>
        </p:nvSpPr>
        <p:spPr>
          <a:xfrm>
            <a:off x="303407" y="3646451"/>
            <a:ext cx="3721720" cy="1497050"/>
          </a:xfrm>
          <a:custGeom>
            <a:avLst/>
            <a:gdLst>
              <a:gd name="connsiteX0" fmla="*/ 78065 w 4962293"/>
              <a:gd name="connsiteY0" fmla="*/ 0 h 1996067"/>
              <a:gd name="connsiteX1" fmla="*/ 4884228 w 4962293"/>
              <a:gd name="connsiteY1" fmla="*/ 0 h 1996067"/>
              <a:gd name="connsiteX2" fmla="*/ 4962293 w 4962293"/>
              <a:gd name="connsiteY2" fmla="*/ 78065 h 1996067"/>
              <a:gd name="connsiteX3" fmla="*/ 4962293 w 4962293"/>
              <a:gd name="connsiteY3" fmla="*/ 1996067 h 1996067"/>
              <a:gd name="connsiteX4" fmla="*/ 0 w 4962293"/>
              <a:gd name="connsiteY4" fmla="*/ 1996067 h 1996067"/>
              <a:gd name="connsiteX5" fmla="*/ 0 w 4962293"/>
              <a:gd name="connsiteY5" fmla="*/ 78065 h 1996067"/>
              <a:gd name="connsiteX6" fmla="*/ 78065 w 4962293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2293" h="1996067">
                <a:moveTo>
                  <a:pt x="78065" y="0"/>
                </a:moveTo>
                <a:lnTo>
                  <a:pt x="4884228" y="0"/>
                </a:lnTo>
                <a:cubicBezTo>
                  <a:pt x="4927342" y="0"/>
                  <a:pt x="4962293" y="34951"/>
                  <a:pt x="4962293" y="78065"/>
                </a:cubicBezTo>
                <a:lnTo>
                  <a:pt x="4962293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2" name="Picture Placeholder 10">
            <a:extLst>
              <a:ext uri="{FF2B5EF4-FFF2-40B4-BE49-F238E27FC236}">
                <a16:creationId xmlns:a16="http://schemas.microsoft.com/office/drawing/2014/main" id="{FFA1EA46-8B22-71E5-852A-CDC4DC9C8E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233" y="3771902"/>
            <a:ext cx="3579019" cy="1371599"/>
          </a:xfrm>
          <a:prstGeom prst="round2SameRect">
            <a:avLst>
              <a:gd name="adj1" fmla="val 3667"/>
              <a:gd name="adj2" fmla="val 0"/>
            </a:avLst>
          </a:prstGeom>
        </p:spPr>
      </p:pic>
      <p:pic>
        <p:nvPicPr>
          <p:cNvPr id="13" name="Picture Placeholder 14">
            <a:extLst>
              <a:ext uri="{FF2B5EF4-FFF2-40B4-BE49-F238E27FC236}">
                <a16:creationId xmlns:a16="http://schemas.microsoft.com/office/drawing/2014/main" id="{74FB202B-9885-AB81-253C-710F46EC6F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46862" y="3771902"/>
            <a:ext cx="4040923" cy="1371599"/>
          </a:xfrm>
          <a:prstGeom prst="round2SameRect">
            <a:avLst>
              <a:gd name="adj1" fmla="val 4167"/>
              <a:gd name="adj2" fmla="val 0"/>
            </a:avLst>
          </a:prstGeom>
        </p:spPr>
      </p:pic>
      <p:pic>
        <p:nvPicPr>
          <p:cNvPr id="11" name="Picture Placeholder 12">
            <a:extLst>
              <a:ext uri="{FF2B5EF4-FFF2-40B4-BE49-F238E27FC236}">
                <a16:creationId xmlns:a16="http://schemas.microsoft.com/office/drawing/2014/main" id="{D4385E6C-8E41-AFF7-6C77-D0FBAD4C639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32614" y="-1631"/>
            <a:ext cx="4055170" cy="3475859"/>
          </a:xfrm>
          <a:prstGeom prst="round2SameRect">
            <a:avLst>
              <a:gd name="adj1" fmla="val 0"/>
              <a:gd name="adj2" fmla="val 1184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8E3ACD-2669-B71D-9DB2-67118BA56D3D}"/>
              </a:ext>
            </a:extLst>
          </p:cNvPr>
          <p:cNvSpPr/>
          <p:nvPr userDrawn="1"/>
        </p:nvSpPr>
        <p:spPr>
          <a:xfrm>
            <a:off x="4253697" y="0"/>
            <a:ext cx="4051175" cy="3481086"/>
          </a:xfrm>
          <a:prstGeom prst="rect">
            <a:avLst/>
          </a:prstGeom>
          <a:gradFill>
            <a:gsLst>
              <a:gs pos="60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91001-436D-48D7-8C20-6487A8C4D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6" y="1154151"/>
            <a:ext cx="3223260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66469-C77E-852A-313B-A50ADF72BF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6" y="2882555"/>
            <a:ext cx="3223260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tx2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46" name="Freeform 45">
            <a:extLst>
              <a:ext uri="{FF2B5EF4-FFF2-40B4-BE49-F238E27FC236}">
                <a16:creationId xmlns:a16="http://schemas.microsoft.com/office/drawing/2014/main" id="{38FE2549-0A73-542D-07C1-E60DDA3DB7B8}"/>
              </a:ext>
            </a:extLst>
          </p:cNvPr>
          <p:cNvSpPr/>
          <p:nvPr userDrawn="1"/>
        </p:nvSpPr>
        <p:spPr>
          <a:xfrm>
            <a:off x="8457794" y="4357342"/>
            <a:ext cx="686207" cy="786161"/>
          </a:xfrm>
          <a:custGeom>
            <a:avLst/>
            <a:gdLst>
              <a:gd name="connsiteX0" fmla="*/ 70232 w 914942"/>
              <a:gd name="connsiteY0" fmla="*/ 0 h 1048215"/>
              <a:gd name="connsiteX1" fmla="*/ 914942 w 914942"/>
              <a:gd name="connsiteY1" fmla="*/ 0 h 1048215"/>
              <a:gd name="connsiteX2" fmla="*/ 914942 w 914942"/>
              <a:gd name="connsiteY2" fmla="*/ 1048215 h 1048215"/>
              <a:gd name="connsiteX3" fmla="*/ 0 w 914942"/>
              <a:gd name="connsiteY3" fmla="*/ 1048215 h 1048215"/>
              <a:gd name="connsiteX4" fmla="*/ 0 w 914942"/>
              <a:gd name="connsiteY4" fmla="*/ 70232 h 1048215"/>
              <a:gd name="connsiteX5" fmla="*/ 70232 w 914942"/>
              <a:gd name="connsiteY5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942" h="1048215">
                <a:moveTo>
                  <a:pt x="70232" y="0"/>
                </a:moveTo>
                <a:lnTo>
                  <a:pt x="914942" y="0"/>
                </a:lnTo>
                <a:lnTo>
                  <a:pt x="914942" y="1048215"/>
                </a:lnTo>
                <a:lnTo>
                  <a:pt x="0" y="1048215"/>
                </a:ln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DF5473B-5684-5559-BF1E-8422A9B923B6}"/>
              </a:ext>
            </a:extLst>
          </p:cNvPr>
          <p:cNvSpPr/>
          <p:nvPr userDrawn="1"/>
        </p:nvSpPr>
        <p:spPr>
          <a:xfrm>
            <a:off x="8457794" y="1528765"/>
            <a:ext cx="686207" cy="2674376"/>
          </a:xfrm>
          <a:custGeom>
            <a:avLst/>
            <a:gdLst>
              <a:gd name="connsiteX0" fmla="*/ 70232 w 914942"/>
              <a:gd name="connsiteY0" fmla="*/ 0 h 3565835"/>
              <a:gd name="connsiteX1" fmla="*/ 914942 w 914942"/>
              <a:gd name="connsiteY1" fmla="*/ 0 h 3565835"/>
              <a:gd name="connsiteX2" fmla="*/ 914942 w 914942"/>
              <a:gd name="connsiteY2" fmla="*/ 3565835 h 3565835"/>
              <a:gd name="connsiteX3" fmla="*/ 70232 w 914942"/>
              <a:gd name="connsiteY3" fmla="*/ 3565835 h 3565835"/>
              <a:gd name="connsiteX4" fmla="*/ 0 w 914942"/>
              <a:gd name="connsiteY4" fmla="*/ 3495603 h 3565835"/>
              <a:gd name="connsiteX5" fmla="*/ 0 w 914942"/>
              <a:gd name="connsiteY5" fmla="*/ 70232 h 3565835"/>
              <a:gd name="connsiteX6" fmla="*/ 70232 w 914942"/>
              <a:gd name="connsiteY6" fmla="*/ 0 h 35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942" h="3565835">
                <a:moveTo>
                  <a:pt x="70232" y="0"/>
                </a:moveTo>
                <a:lnTo>
                  <a:pt x="914942" y="0"/>
                </a:lnTo>
                <a:lnTo>
                  <a:pt x="914942" y="3565835"/>
                </a:lnTo>
                <a:lnTo>
                  <a:pt x="70232" y="3565835"/>
                </a:lnTo>
                <a:cubicBezTo>
                  <a:pt x="31444" y="3565835"/>
                  <a:pt x="0" y="3534391"/>
                  <a:pt x="0" y="3495603"/>
                </a:cubicBez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7CBCB17B-2DEF-1ACB-A950-7A0095C16F7D}"/>
              </a:ext>
            </a:extLst>
          </p:cNvPr>
          <p:cNvSpPr/>
          <p:nvPr userDrawn="1"/>
        </p:nvSpPr>
        <p:spPr>
          <a:xfrm>
            <a:off x="8457794" y="3"/>
            <a:ext cx="686207" cy="1378976"/>
          </a:xfrm>
          <a:custGeom>
            <a:avLst/>
            <a:gdLst>
              <a:gd name="connsiteX0" fmla="*/ 0 w 914942"/>
              <a:gd name="connsiteY0" fmla="*/ 0 h 1838635"/>
              <a:gd name="connsiteX1" fmla="*/ 914942 w 914942"/>
              <a:gd name="connsiteY1" fmla="*/ 0 h 1838635"/>
              <a:gd name="connsiteX2" fmla="*/ 914942 w 914942"/>
              <a:gd name="connsiteY2" fmla="*/ 1838635 h 1838635"/>
              <a:gd name="connsiteX3" fmla="*/ 70232 w 914942"/>
              <a:gd name="connsiteY3" fmla="*/ 1838635 h 1838635"/>
              <a:gd name="connsiteX4" fmla="*/ 0 w 914942"/>
              <a:gd name="connsiteY4" fmla="*/ 1768403 h 183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942" h="1838635">
                <a:moveTo>
                  <a:pt x="0" y="0"/>
                </a:moveTo>
                <a:lnTo>
                  <a:pt x="914942" y="0"/>
                </a:lnTo>
                <a:lnTo>
                  <a:pt x="914942" y="1838635"/>
                </a:lnTo>
                <a:lnTo>
                  <a:pt x="70232" y="1838635"/>
                </a:lnTo>
                <a:cubicBezTo>
                  <a:pt x="31444" y="1838635"/>
                  <a:pt x="0" y="1807191"/>
                  <a:pt x="0" y="176840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3E76C6C-4A37-78B0-FA80-F921F6D8B1DE}"/>
              </a:ext>
            </a:extLst>
          </p:cNvPr>
          <p:cNvSpPr/>
          <p:nvPr userDrawn="1"/>
        </p:nvSpPr>
        <p:spPr>
          <a:xfrm>
            <a:off x="4257304" y="3"/>
            <a:ext cx="3820886" cy="3357748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427F05-3E82-08BF-F8DB-2C618AE0F057}"/>
              </a:ext>
            </a:extLst>
          </p:cNvPr>
          <p:cNvSpPr/>
          <p:nvPr userDrawn="1"/>
        </p:nvSpPr>
        <p:spPr>
          <a:xfrm>
            <a:off x="4257305" y="3776241"/>
            <a:ext cx="1628423" cy="1367260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4938CA-F18B-C80D-B577-6530B0D68B6A}"/>
              </a:ext>
            </a:extLst>
          </p:cNvPr>
          <p:cNvSpPr/>
          <p:nvPr userDrawn="1"/>
        </p:nvSpPr>
        <p:spPr>
          <a:xfrm>
            <a:off x="439838" y="3776241"/>
            <a:ext cx="1628423" cy="1367260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246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, exa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34">
            <a:extLst>
              <a:ext uri="{FF2B5EF4-FFF2-40B4-BE49-F238E27FC236}">
                <a16:creationId xmlns:a16="http://schemas.microsoft.com/office/drawing/2014/main" id="{01910306-9BA2-A3D9-C970-EBEF0541D5B1}"/>
              </a:ext>
            </a:extLst>
          </p:cNvPr>
          <p:cNvSpPr/>
          <p:nvPr userDrawn="1"/>
        </p:nvSpPr>
        <p:spPr>
          <a:xfrm>
            <a:off x="303407" y="3646451"/>
            <a:ext cx="3721720" cy="1497050"/>
          </a:xfrm>
          <a:custGeom>
            <a:avLst/>
            <a:gdLst>
              <a:gd name="connsiteX0" fmla="*/ 78065 w 4962293"/>
              <a:gd name="connsiteY0" fmla="*/ 0 h 1996067"/>
              <a:gd name="connsiteX1" fmla="*/ 4884228 w 4962293"/>
              <a:gd name="connsiteY1" fmla="*/ 0 h 1996067"/>
              <a:gd name="connsiteX2" fmla="*/ 4962293 w 4962293"/>
              <a:gd name="connsiteY2" fmla="*/ 78065 h 1996067"/>
              <a:gd name="connsiteX3" fmla="*/ 4962293 w 4962293"/>
              <a:gd name="connsiteY3" fmla="*/ 1996067 h 1996067"/>
              <a:gd name="connsiteX4" fmla="*/ 0 w 4962293"/>
              <a:gd name="connsiteY4" fmla="*/ 1996067 h 1996067"/>
              <a:gd name="connsiteX5" fmla="*/ 0 w 4962293"/>
              <a:gd name="connsiteY5" fmla="*/ 78065 h 1996067"/>
              <a:gd name="connsiteX6" fmla="*/ 78065 w 4962293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2293" h="1996067">
                <a:moveTo>
                  <a:pt x="78065" y="0"/>
                </a:moveTo>
                <a:lnTo>
                  <a:pt x="4884228" y="0"/>
                </a:lnTo>
                <a:cubicBezTo>
                  <a:pt x="4927342" y="0"/>
                  <a:pt x="4962293" y="34951"/>
                  <a:pt x="4962293" y="78065"/>
                </a:cubicBezTo>
                <a:lnTo>
                  <a:pt x="4962293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8E3ACD-2669-B71D-9DB2-67118BA56D3D}"/>
              </a:ext>
            </a:extLst>
          </p:cNvPr>
          <p:cNvSpPr/>
          <p:nvPr userDrawn="1"/>
        </p:nvSpPr>
        <p:spPr>
          <a:xfrm>
            <a:off x="4253697" y="0"/>
            <a:ext cx="4051175" cy="3481086"/>
          </a:xfrm>
          <a:prstGeom prst="rect">
            <a:avLst/>
          </a:prstGeom>
          <a:gradFill>
            <a:gsLst>
              <a:gs pos="60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pic>
        <p:nvPicPr>
          <p:cNvPr id="19" name="Picture Placeholder 6">
            <a:extLst>
              <a:ext uri="{FF2B5EF4-FFF2-40B4-BE49-F238E27FC236}">
                <a16:creationId xmlns:a16="http://schemas.microsoft.com/office/drawing/2014/main" id="{0FF6E7AE-6D25-5CD5-E155-68FBBB89B8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31528" y="0"/>
            <a:ext cx="4055170" cy="3475859"/>
          </a:xfrm>
          <a:prstGeom prst="round2SameRect">
            <a:avLst>
              <a:gd name="adj1" fmla="val 0"/>
              <a:gd name="adj2" fmla="val 1381"/>
            </a:avLst>
          </a:prstGeom>
        </p:spPr>
      </p:pic>
      <p:pic>
        <p:nvPicPr>
          <p:cNvPr id="20" name="Picture Placeholder 18">
            <a:extLst>
              <a:ext uri="{FF2B5EF4-FFF2-40B4-BE49-F238E27FC236}">
                <a16:creationId xmlns:a16="http://schemas.microsoft.com/office/drawing/2014/main" id="{8B83D871-ECFD-AE3C-7A07-53C4EF5356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327" y="3771902"/>
            <a:ext cx="3579019" cy="1371599"/>
          </a:xfrm>
          <a:prstGeom prst="round2SameRect">
            <a:avLst>
              <a:gd name="adj1" fmla="val 2667"/>
              <a:gd name="adj2" fmla="val 0"/>
            </a:avLst>
          </a:prstGeom>
        </p:spPr>
      </p:pic>
      <p:sp>
        <p:nvSpPr>
          <p:cNvPr id="38" name="Freeform 37">
            <a:extLst>
              <a:ext uri="{FF2B5EF4-FFF2-40B4-BE49-F238E27FC236}">
                <a16:creationId xmlns:a16="http://schemas.microsoft.com/office/drawing/2014/main" id="{C81C92BF-059B-8559-9159-FBEB153937DC}"/>
              </a:ext>
            </a:extLst>
          </p:cNvPr>
          <p:cNvSpPr/>
          <p:nvPr userDrawn="1"/>
        </p:nvSpPr>
        <p:spPr>
          <a:xfrm>
            <a:off x="4131528" y="3646451"/>
            <a:ext cx="4173344" cy="1497050"/>
          </a:xfrm>
          <a:custGeom>
            <a:avLst/>
            <a:gdLst>
              <a:gd name="connsiteX0" fmla="*/ 78065 w 5564459"/>
              <a:gd name="connsiteY0" fmla="*/ 0 h 1996067"/>
              <a:gd name="connsiteX1" fmla="*/ 5486394 w 5564459"/>
              <a:gd name="connsiteY1" fmla="*/ 0 h 1996067"/>
              <a:gd name="connsiteX2" fmla="*/ 5564459 w 5564459"/>
              <a:gd name="connsiteY2" fmla="*/ 78065 h 1996067"/>
              <a:gd name="connsiteX3" fmla="*/ 5564459 w 5564459"/>
              <a:gd name="connsiteY3" fmla="*/ 1996067 h 1996067"/>
              <a:gd name="connsiteX4" fmla="*/ 0 w 5564459"/>
              <a:gd name="connsiteY4" fmla="*/ 1996067 h 1996067"/>
              <a:gd name="connsiteX5" fmla="*/ 0 w 5564459"/>
              <a:gd name="connsiteY5" fmla="*/ 78065 h 1996067"/>
              <a:gd name="connsiteX6" fmla="*/ 78065 w 5564459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4459" h="1996067">
                <a:moveTo>
                  <a:pt x="78065" y="0"/>
                </a:moveTo>
                <a:lnTo>
                  <a:pt x="5486394" y="0"/>
                </a:lnTo>
                <a:cubicBezTo>
                  <a:pt x="5529508" y="0"/>
                  <a:pt x="5564459" y="34951"/>
                  <a:pt x="5564459" y="78065"/>
                </a:cubicBezTo>
                <a:lnTo>
                  <a:pt x="5564459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3" name="Picture Placeholder 14">
            <a:extLst>
              <a:ext uri="{FF2B5EF4-FFF2-40B4-BE49-F238E27FC236}">
                <a16:creationId xmlns:a16="http://schemas.microsoft.com/office/drawing/2014/main" id="{74FB202B-9885-AB81-253C-710F46EC6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46862" y="3771902"/>
            <a:ext cx="4040923" cy="1371599"/>
          </a:xfrm>
          <a:prstGeom prst="round2SameRect">
            <a:avLst>
              <a:gd name="adj1" fmla="val 4167"/>
              <a:gd name="adj2" fmla="val 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A91001-436D-48D7-8C20-6487A8C4D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6" y="1154151"/>
            <a:ext cx="3223260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66469-C77E-852A-313B-A50ADF72BF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6" y="2882555"/>
            <a:ext cx="3223260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tx2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46" name="Freeform 45">
            <a:extLst>
              <a:ext uri="{FF2B5EF4-FFF2-40B4-BE49-F238E27FC236}">
                <a16:creationId xmlns:a16="http://schemas.microsoft.com/office/drawing/2014/main" id="{38FE2549-0A73-542D-07C1-E60DDA3DB7B8}"/>
              </a:ext>
            </a:extLst>
          </p:cNvPr>
          <p:cNvSpPr/>
          <p:nvPr userDrawn="1"/>
        </p:nvSpPr>
        <p:spPr>
          <a:xfrm>
            <a:off x="8457794" y="4357342"/>
            <a:ext cx="686207" cy="786161"/>
          </a:xfrm>
          <a:custGeom>
            <a:avLst/>
            <a:gdLst>
              <a:gd name="connsiteX0" fmla="*/ 70232 w 914942"/>
              <a:gd name="connsiteY0" fmla="*/ 0 h 1048215"/>
              <a:gd name="connsiteX1" fmla="*/ 914942 w 914942"/>
              <a:gd name="connsiteY1" fmla="*/ 0 h 1048215"/>
              <a:gd name="connsiteX2" fmla="*/ 914942 w 914942"/>
              <a:gd name="connsiteY2" fmla="*/ 1048215 h 1048215"/>
              <a:gd name="connsiteX3" fmla="*/ 0 w 914942"/>
              <a:gd name="connsiteY3" fmla="*/ 1048215 h 1048215"/>
              <a:gd name="connsiteX4" fmla="*/ 0 w 914942"/>
              <a:gd name="connsiteY4" fmla="*/ 70232 h 1048215"/>
              <a:gd name="connsiteX5" fmla="*/ 70232 w 914942"/>
              <a:gd name="connsiteY5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942" h="1048215">
                <a:moveTo>
                  <a:pt x="70232" y="0"/>
                </a:moveTo>
                <a:lnTo>
                  <a:pt x="914942" y="0"/>
                </a:lnTo>
                <a:lnTo>
                  <a:pt x="914942" y="1048215"/>
                </a:lnTo>
                <a:lnTo>
                  <a:pt x="0" y="1048215"/>
                </a:ln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DF5473B-5684-5559-BF1E-8422A9B923B6}"/>
              </a:ext>
            </a:extLst>
          </p:cNvPr>
          <p:cNvSpPr/>
          <p:nvPr userDrawn="1"/>
        </p:nvSpPr>
        <p:spPr>
          <a:xfrm>
            <a:off x="8457794" y="1528765"/>
            <a:ext cx="686207" cy="2674376"/>
          </a:xfrm>
          <a:custGeom>
            <a:avLst/>
            <a:gdLst>
              <a:gd name="connsiteX0" fmla="*/ 70232 w 914942"/>
              <a:gd name="connsiteY0" fmla="*/ 0 h 3565835"/>
              <a:gd name="connsiteX1" fmla="*/ 914942 w 914942"/>
              <a:gd name="connsiteY1" fmla="*/ 0 h 3565835"/>
              <a:gd name="connsiteX2" fmla="*/ 914942 w 914942"/>
              <a:gd name="connsiteY2" fmla="*/ 3565835 h 3565835"/>
              <a:gd name="connsiteX3" fmla="*/ 70232 w 914942"/>
              <a:gd name="connsiteY3" fmla="*/ 3565835 h 3565835"/>
              <a:gd name="connsiteX4" fmla="*/ 0 w 914942"/>
              <a:gd name="connsiteY4" fmla="*/ 3495603 h 3565835"/>
              <a:gd name="connsiteX5" fmla="*/ 0 w 914942"/>
              <a:gd name="connsiteY5" fmla="*/ 70232 h 3565835"/>
              <a:gd name="connsiteX6" fmla="*/ 70232 w 914942"/>
              <a:gd name="connsiteY6" fmla="*/ 0 h 35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942" h="3565835">
                <a:moveTo>
                  <a:pt x="70232" y="0"/>
                </a:moveTo>
                <a:lnTo>
                  <a:pt x="914942" y="0"/>
                </a:lnTo>
                <a:lnTo>
                  <a:pt x="914942" y="3565835"/>
                </a:lnTo>
                <a:lnTo>
                  <a:pt x="70232" y="3565835"/>
                </a:lnTo>
                <a:cubicBezTo>
                  <a:pt x="31444" y="3565835"/>
                  <a:pt x="0" y="3534391"/>
                  <a:pt x="0" y="3495603"/>
                </a:cubicBez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7CBCB17B-2DEF-1ACB-A950-7A0095C16F7D}"/>
              </a:ext>
            </a:extLst>
          </p:cNvPr>
          <p:cNvSpPr/>
          <p:nvPr userDrawn="1"/>
        </p:nvSpPr>
        <p:spPr>
          <a:xfrm>
            <a:off x="8457794" y="3"/>
            <a:ext cx="686207" cy="1378976"/>
          </a:xfrm>
          <a:custGeom>
            <a:avLst/>
            <a:gdLst>
              <a:gd name="connsiteX0" fmla="*/ 0 w 914942"/>
              <a:gd name="connsiteY0" fmla="*/ 0 h 1838635"/>
              <a:gd name="connsiteX1" fmla="*/ 914942 w 914942"/>
              <a:gd name="connsiteY1" fmla="*/ 0 h 1838635"/>
              <a:gd name="connsiteX2" fmla="*/ 914942 w 914942"/>
              <a:gd name="connsiteY2" fmla="*/ 1838635 h 1838635"/>
              <a:gd name="connsiteX3" fmla="*/ 70232 w 914942"/>
              <a:gd name="connsiteY3" fmla="*/ 1838635 h 1838635"/>
              <a:gd name="connsiteX4" fmla="*/ 0 w 914942"/>
              <a:gd name="connsiteY4" fmla="*/ 1768403 h 183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942" h="1838635">
                <a:moveTo>
                  <a:pt x="0" y="0"/>
                </a:moveTo>
                <a:lnTo>
                  <a:pt x="914942" y="0"/>
                </a:lnTo>
                <a:lnTo>
                  <a:pt x="914942" y="1838635"/>
                </a:lnTo>
                <a:lnTo>
                  <a:pt x="70232" y="1838635"/>
                </a:lnTo>
                <a:cubicBezTo>
                  <a:pt x="31444" y="1838635"/>
                  <a:pt x="0" y="1807191"/>
                  <a:pt x="0" y="176840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3E76C6C-4A37-78B0-FA80-F921F6D8B1DE}"/>
              </a:ext>
            </a:extLst>
          </p:cNvPr>
          <p:cNvSpPr/>
          <p:nvPr userDrawn="1"/>
        </p:nvSpPr>
        <p:spPr>
          <a:xfrm>
            <a:off x="4257304" y="3"/>
            <a:ext cx="3820886" cy="3357748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427F05-3E82-08BF-F8DB-2C618AE0F057}"/>
              </a:ext>
            </a:extLst>
          </p:cNvPr>
          <p:cNvSpPr/>
          <p:nvPr userDrawn="1"/>
        </p:nvSpPr>
        <p:spPr>
          <a:xfrm>
            <a:off x="4257305" y="3776241"/>
            <a:ext cx="1628423" cy="1367260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4938CA-F18B-C80D-B577-6530B0D68B6A}"/>
              </a:ext>
            </a:extLst>
          </p:cNvPr>
          <p:cNvSpPr/>
          <p:nvPr userDrawn="1"/>
        </p:nvSpPr>
        <p:spPr>
          <a:xfrm>
            <a:off x="439838" y="3776241"/>
            <a:ext cx="1628423" cy="1367260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675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8E3ACD-2669-B71D-9DB2-67118BA56D3D}"/>
              </a:ext>
            </a:extLst>
          </p:cNvPr>
          <p:cNvSpPr/>
          <p:nvPr userDrawn="1"/>
        </p:nvSpPr>
        <p:spPr>
          <a:xfrm>
            <a:off x="4253697" y="0"/>
            <a:ext cx="4051175" cy="3481086"/>
          </a:xfrm>
          <a:prstGeom prst="rect">
            <a:avLst/>
          </a:prstGeom>
          <a:gradFill>
            <a:gsLst>
              <a:gs pos="60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79D2CE7-AF2C-065E-F836-ADAED363495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132614" y="5229"/>
            <a:ext cx="4055170" cy="3475859"/>
          </a:xfrm>
          <a:custGeom>
            <a:avLst/>
            <a:gdLst>
              <a:gd name="connsiteX0" fmla="*/ 0 w 5229922"/>
              <a:gd name="connsiteY0" fmla="*/ 0 h 4482790"/>
              <a:gd name="connsiteX1" fmla="*/ 5229922 w 5229922"/>
              <a:gd name="connsiteY1" fmla="*/ 0 h 4482790"/>
              <a:gd name="connsiteX2" fmla="*/ 5229922 w 5229922"/>
              <a:gd name="connsiteY2" fmla="*/ 4412097 h 4482790"/>
              <a:gd name="connsiteX3" fmla="*/ 5159229 w 5229922"/>
              <a:gd name="connsiteY3" fmla="*/ 4482790 h 4482790"/>
              <a:gd name="connsiteX4" fmla="*/ 70693 w 5229922"/>
              <a:gd name="connsiteY4" fmla="*/ 4482790 h 4482790"/>
              <a:gd name="connsiteX5" fmla="*/ 0 w 5229922"/>
              <a:gd name="connsiteY5" fmla="*/ 4412097 h 4482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9922" h="4482790">
                <a:moveTo>
                  <a:pt x="0" y="0"/>
                </a:moveTo>
                <a:lnTo>
                  <a:pt x="5229922" y="0"/>
                </a:lnTo>
                <a:lnTo>
                  <a:pt x="5229922" y="4412097"/>
                </a:lnTo>
                <a:cubicBezTo>
                  <a:pt x="5229922" y="4451140"/>
                  <a:pt x="5198272" y="4482790"/>
                  <a:pt x="5159229" y="4482790"/>
                </a:cubicBezTo>
                <a:lnTo>
                  <a:pt x="70693" y="4482790"/>
                </a:lnTo>
                <a:cubicBezTo>
                  <a:pt x="31650" y="4482790"/>
                  <a:pt x="0" y="4451140"/>
                  <a:pt x="0" y="4412097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750"/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C81C92BF-059B-8559-9159-FBEB153937DC}"/>
              </a:ext>
            </a:extLst>
          </p:cNvPr>
          <p:cNvSpPr/>
          <p:nvPr userDrawn="1"/>
        </p:nvSpPr>
        <p:spPr>
          <a:xfrm>
            <a:off x="4131528" y="3646451"/>
            <a:ext cx="4173344" cy="1497050"/>
          </a:xfrm>
          <a:custGeom>
            <a:avLst/>
            <a:gdLst>
              <a:gd name="connsiteX0" fmla="*/ 78065 w 5564459"/>
              <a:gd name="connsiteY0" fmla="*/ 0 h 1996067"/>
              <a:gd name="connsiteX1" fmla="*/ 5486394 w 5564459"/>
              <a:gd name="connsiteY1" fmla="*/ 0 h 1996067"/>
              <a:gd name="connsiteX2" fmla="*/ 5564459 w 5564459"/>
              <a:gd name="connsiteY2" fmla="*/ 78065 h 1996067"/>
              <a:gd name="connsiteX3" fmla="*/ 5564459 w 5564459"/>
              <a:gd name="connsiteY3" fmla="*/ 1996067 h 1996067"/>
              <a:gd name="connsiteX4" fmla="*/ 0 w 5564459"/>
              <a:gd name="connsiteY4" fmla="*/ 1996067 h 1996067"/>
              <a:gd name="connsiteX5" fmla="*/ 0 w 5564459"/>
              <a:gd name="connsiteY5" fmla="*/ 78065 h 1996067"/>
              <a:gd name="connsiteX6" fmla="*/ 78065 w 5564459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4459" h="1996067">
                <a:moveTo>
                  <a:pt x="78065" y="0"/>
                </a:moveTo>
                <a:lnTo>
                  <a:pt x="5486394" y="0"/>
                </a:lnTo>
                <a:cubicBezTo>
                  <a:pt x="5529508" y="0"/>
                  <a:pt x="5564459" y="34951"/>
                  <a:pt x="5564459" y="78065"/>
                </a:cubicBezTo>
                <a:lnTo>
                  <a:pt x="5564459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01910306-9BA2-A3D9-C970-EBEF0541D5B1}"/>
              </a:ext>
            </a:extLst>
          </p:cNvPr>
          <p:cNvSpPr/>
          <p:nvPr userDrawn="1"/>
        </p:nvSpPr>
        <p:spPr>
          <a:xfrm>
            <a:off x="303407" y="3646451"/>
            <a:ext cx="3721720" cy="1497050"/>
          </a:xfrm>
          <a:custGeom>
            <a:avLst/>
            <a:gdLst>
              <a:gd name="connsiteX0" fmla="*/ 78065 w 4962293"/>
              <a:gd name="connsiteY0" fmla="*/ 0 h 1996067"/>
              <a:gd name="connsiteX1" fmla="*/ 4884228 w 4962293"/>
              <a:gd name="connsiteY1" fmla="*/ 0 h 1996067"/>
              <a:gd name="connsiteX2" fmla="*/ 4962293 w 4962293"/>
              <a:gd name="connsiteY2" fmla="*/ 78065 h 1996067"/>
              <a:gd name="connsiteX3" fmla="*/ 4962293 w 4962293"/>
              <a:gd name="connsiteY3" fmla="*/ 1996067 h 1996067"/>
              <a:gd name="connsiteX4" fmla="*/ 0 w 4962293"/>
              <a:gd name="connsiteY4" fmla="*/ 1996067 h 1996067"/>
              <a:gd name="connsiteX5" fmla="*/ 0 w 4962293"/>
              <a:gd name="connsiteY5" fmla="*/ 78065 h 1996067"/>
              <a:gd name="connsiteX6" fmla="*/ 78065 w 4962293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2293" h="1996067">
                <a:moveTo>
                  <a:pt x="78065" y="0"/>
                </a:moveTo>
                <a:lnTo>
                  <a:pt x="4884228" y="0"/>
                </a:lnTo>
                <a:cubicBezTo>
                  <a:pt x="4927342" y="0"/>
                  <a:pt x="4962293" y="34951"/>
                  <a:pt x="4962293" y="78065"/>
                </a:cubicBezTo>
                <a:lnTo>
                  <a:pt x="4962293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91001-436D-48D7-8C20-6487A8C4D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6" y="1154151"/>
            <a:ext cx="3223260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66469-C77E-852A-313B-A50ADF72BF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6" y="2882555"/>
            <a:ext cx="3223260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tx2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1A1AC5C1-22D7-6BB3-2C80-BCCC3A31734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6233" y="3771902"/>
            <a:ext cx="3579019" cy="1371599"/>
          </a:xfrm>
          <a:custGeom>
            <a:avLst/>
            <a:gdLst>
              <a:gd name="connsiteX0" fmla="*/ 67479 w 4772025"/>
              <a:gd name="connsiteY0" fmla="*/ 0 h 1828799"/>
              <a:gd name="connsiteX1" fmla="*/ 4704546 w 4772025"/>
              <a:gd name="connsiteY1" fmla="*/ 0 h 1828799"/>
              <a:gd name="connsiteX2" fmla="*/ 4772025 w 4772025"/>
              <a:gd name="connsiteY2" fmla="*/ 67479 h 1828799"/>
              <a:gd name="connsiteX3" fmla="*/ 4772025 w 4772025"/>
              <a:gd name="connsiteY3" fmla="*/ 1828799 h 1828799"/>
              <a:gd name="connsiteX4" fmla="*/ 0 w 4772025"/>
              <a:gd name="connsiteY4" fmla="*/ 1828799 h 1828799"/>
              <a:gd name="connsiteX5" fmla="*/ 0 w 4772025"/>
              <a:gd name="connsiteY5" fmla="*/ 67479 h 1828799"/>
              <a:gd name="connsiteX6" fmla="*/ 67479 w 4772025"/>
              <a:gd name="connsiteY6" fmla="*/ 0 h 182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2025" h="1828799">
                <a:moveTo>
                  <a:pt x="67479" y="0"/>
                </a:moveTo>
                <a:lnTo>
                  <a:pt x="4704546" y="0"/>
                </a:lnTo>
                <a:cubicBezTo>
                  <a:pt x="4741814" y="0"/>
                  <a:pt x="4772025" y="30211"/>
                  <a:pt x="4772025" y="67479"/>
                </a:cubicBezTo>
                <a:lnTo>
                  <a:pt x="4772025" y="1828799"/>
                </a:lnTo>
                <a:lnTo>
                  <a:pt x="0" y="1828799"/>
                </a:lnTo>
                <a:lnTo>
                  <a:pt x="0" y="67479"/>
                </a:lnTo>
                <a:cubicBezTo>
                  <a:pt x="0" y="30211"/>
                  <a:pt x="30211" y="0"/>
                  <a:pt x="67479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750"/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1A3832B-790E-1C05-55F6-2FDE3C2E684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46862" y="3771902"/>
            <a:ext cx="4040923" cy="1371599"/>
          </a:xfrm>
          <a:custGeom>
            <a:avLst/>
            <a:gdLst>
              <a:gd name="connsiteX0" fmla="*/ 67479 w 5387897"/>
              <a:gd name="connsiteY0" fmla="*/ 0 h 1828799"/>
              <a:gd name="connsiteX1" fmla="*/ 5320418 w 5387897"/>
              <a:gd name="connsiteY1" fmla="*/ 0 h 1828799"/>
              <a:gd name="connsiteX2" fmla="*/ 5387897 w 5387897"/>
              <a:gd name="connsiteY2" fmla="*/ 67479 h 1828799"/>
              <a:gd name="connsiteX3" fmla="*/ 5387897 w 5387897"/>
              <a:gd name="connsiteY3" fmla="*/ 1828799 h 1828799"/>
              <a:gd name="connsiteX4" fmla="*/ 0 w 5387897"/>
              <a:gd name="connsiteY4" fmla="*/ 1828799 h 1828799"/>
              <a:gd name="connsiteX5" fmla="*/ 0 w 5387897"/>
              <a:gd name="connsiteY5" fmla="*/ 67479 h 1828799"/>
              <a:gd name="connsiteX6" fmla="*/ 67479 w 5387897"/>
              <a:gd name="connsiteY6" fmla="*/ 0 h 182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87897" h="1828799">
                <a:moveTo>
                  <a:pt x="67479" y="0"/>
                </a:moveTo>
                <a:lnTo>
                  <a:pt x="5320418" y="0"/>
                </a:lnTo>
                <a:cubicBezTo>
                  <a:pt x="5357686" y="0"/>
                  <a:pt x="5387897" y="30211"/>
                  <a:pt x="5387897" y="67479"/>
                </a:cubicBezTo>
                <a:lnTo>
                  <a:pt x="5387897" y="1828799"/>
                </a:lnTo>
                <a:lnTo>
                  <a:pt x="0" y="1828799"/>
                </a:lnTo>
                <a:lnTo>
                  <a:pt x="0" y="67479"/>
                </a:lnTo>
                <a:cubicBezTo>
                  <a:pt x="0" y="30211"/>
                  <a:pt x="30211" y="0"/>
                  <a:pt x="67479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750"/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38FE2549-0A73-542D-07C1-E60DDA3DB7B8}"/>
              </a:ext>
            </a:extLst>
          </p:cNvPr>
          <p:cNvSpPr/>
          <p:nvPr userDrawn="1"/>
        </p:nvSpPr>
        <p:spPr>
          <a:xfrm>
            <a:off x="8457794" y="4357342"/>
            <a:ext cx="686207" cy="786161"/>
          </a:xfrm>
          <a:custGeom>
            <a:avLst/>
            <a:gdLst>
              <a:gd name="connsiteX0" fmla="*/ 70232 w 914942"/>
              <a:gd name="connsiteY0" fmla="*/ 0 h 1048215"/>
              <a:gd name="connsiteX1" fmla="*/ 914942 w 914942"/>
              <a:gd name="connsiteY1" fmla="*/ 0 h 1048215"/>
              <a:gd name="connsiteX2" fmla="*/ 914942 w 914942"/>
              <a:gd name="connsiteY2" fmla="*/ 1048215 h 1048215"/>
              <a:gd name="connsiteX3" fmla="*/ 0 w 914942"/>
              <a:gd name="connsiteY3" fmla="*/ 1048215 h 1048215"/>
              <a:gd name="connsiteX4" fmla="*/ 0 w 914942"/>
              <a:gd name="connsiteY4" fmla="*/ 70232 h 1048215"/>
              <a:gd name="connsiteX5" fmla="*/ 70232 w 914942"/>
              <a:gd name="connsiteY5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942" h="1048215">
                <a:moveTo>
                  <a:pt x="70232" y="0"/>
                </a:moveTo>
                <a:lnTo>
                  <a:pt x="914942" y="0"/>
                </a:lnTo>
                <a:lnTo>
                  <a:pt x="914942" y="1048215"/>
                </a:lnTo>
                <a:lnTo>
                  <a:pt x="0" y="1048215"/>
                </a:ln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DF5473B-5684-5559-BF1E-8422A9B923B6}"/>
              </a:ext>
            </a:extLst>
          </p:cNvPr>
          <p:cNvSpPr/>
          <p:nvPr userDrawn="1"/>
        </p:nvSpPr>
        <p:spPr>
          <a:xfrm>
            <a:off x="8457794" y="1528765"/>
            <a:ext cx="686207" cy="2674376"/>
          </a:xfrm>
          <a:custGeom>
            <a:avLst/>
            <a:gdLst>
              <a:gd name="connsiteX0" fmla="*/ 70232 w 914942"/>
              <a:gd name="connsiteY0" fmla="*/ 0 h 3565835"/>
              <a:gd name="connsiteX1" fmla="*/ 914942 w 914942"/>
              <a:gd name="connsiteY1" fmla="*/ 0 h 3565835"/>
              <a:gd name="connsiteX2" fmla="*/ 914942 w 914942"/>
              <a:gd name="connsiteY2" fmla="*/ 3565835 h 3565835"/>
              <a:gd name="connsiteX3" fmla="*/ 70232 w 914942"/>
              <a:gd name="connsiteY3" fmla="*/ 3565835 h 3565835"/>
              <a:gd name="connsiteX4" fmla="*/ 0 w 914942"/>
              <a:gd name="connsiteY4" fmla="*/ 3495603 h 3565835"/>
              <a:gd name="connsiteX5" fmla="*/ 0 w 914942"/>
              <a:gd name="connsiteY5" fmla="*/ 70232 h 3565835"/>
              <a:gd name="connsiteX6" fmla="*/ 70232 w 914942"/>
              <a:gd name="connsiteY6" fmla="*/ 0 h 35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942" h="3565835">
                <a:moveTo>
                  <a:pt x="70232" y="0"/>
                </a:moveTo>
                <a:lnTo>
                  <a:pt x="914942" y="0"/>
                </a:lnTo>
                <a:lnTo>
                  <a:pt x="914942" y="3565835"/>
                </a:lnTo>
                <a:lnTo>
                  <a:pt x="70232" y="3565835"/>
                </a:lnTo>
                <a:cubicBezTo>
                  <a:pt x="31444" y="3565835"/>
                  <a:pt x="0" y="3534391"/>
                  <a:pt x="0" y="3495603"/>
                </a:cubicBez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7CBCB17B-2DEF-1ACB-A950-7A0095C16F7D}"/>
              </a:ext>
            </a:extLst>
          </p:cNvPr>
          <p:cNvSpPr/>
          <p:nvPr userDrawn="1"/>
        </p:nvSpPr>
        <p:spPr>
          <a:xfrm>
            <a:off x="8457794" y="3"/>
            <a:ext cx="686207" cy="1378976"/>
          </a:xfrm>
          <a:custGeom>
            <a:avLst/>
            <a:gdLst>
              <a:gd name="connsiteX0" fmla="*/ 0 w 914942"/>
              <a:gd name="connsiteY0" fmla="*/ 0 h 1838635"/>
              <a:gd name="connsiteX1" fmla="*/ 914942 w 914942"/>
              <a:gd name="connsiteY1" fmla="*/ 0 h 1838635"/>
              <a:gd name="connsiteX2" fmla="*/ 914942 w 914942"/>
              <a:gd name="connsiteY2" fmla="*/ 1838635 h 1838635"/>
              <a:gd name="connsiteX3" fmla="*/ 70232 w 914942"/>
              <a:gd name="connsiteY3" fmla="*/ 1838635 h 1838635"/>
              <a:gd name="connsiteX4" fmla="*/ 0 w 914942"/>
              <a:gd name="connsiteY4" fmla="*/ 1768403 h 183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942" h="1838635">
                <a:moveTo>
                  <a:pt x="0" y="0"/>
                </a:moveTo>
                <a:lnTo>
                  <a:pt x="914942" y="0"/>
                </a:lnTo>
                <a:lnTo>
                  <a:pt x="914942" y="1838635"/>
                </a:lnTo>
                <a:lnTo>
                  <a:pt x="70232" y="1838635"/>
                </a:lnTo>
                <a:cubicBezTo>
                  <a:pt x="31444" y="1838635"/>
                  <a:pt x="0" y="1807191"/>
                  <a:pt x="0" y="176840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E6CC269-D899-9472-5154-C321693DF568}"/>
              </a:ext>
            </a:extLst>
          </p:cNvPr>
          <p:cNvSpPr/>
          <p:nvPr userDrawn="1"/>
        </p:nvSpPr>
        <p:spPr>
          <a:xfrm>
            <a:off x="4257304" y="3"/>
            <a:ext cx="3820886" cy="3357748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962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, examp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EC44C5-94CD-6648-7B15-70D406D96845}"/>
              </a:ext>
            </a:extLst>
          </p:cNvPr>
          <p:cNvSpPr/>
          <p:nvPr userDrawn="1"/>
        </p:nvSpPr>
        <p:spPr>
          <a:xfrm>
            <a:off x="4253697" y="0"/>
            <a:ext cx="4051175" cy="3481086"/>
          </a:xfrm>
          <a:prstGeom prst="rect">
            <a:avLst/>
          </a:prstGeom>
          <a:gradFill>
            <a:gsLst>
              <a:gs pos="60000">
                <a:schemeClr val="bg1">
                  <a:alpha val="0"/>
                </a:schemeClr>
              </a:gs>
              <a:gs pos="100000">
                <a:schemeClr val="bg1">
                  <a:alpha val="8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pic>
        <p:nvPicPr>
          <p:cNvPr id="15" name="Picture Placeholder 12">
            <a:extLst>
              <a:ext uri="{FF2B5EF4-FFF2-40B4-BE49-F238E27FC236}">
                <a16:creationId xmlns:a16="http://schemas.microsoft.com/office/drawing/2014/main" id="{993DECA9-6AB4-53BD-D3CC-FD27300794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32614" y="-1631"/>
            <a:ext cx="4055170" cy="3475859"/>
          </a:xfrm>
          <a:prstGeom prst="round2SameRect">
            <a:avLst>
              <a:gd name="adj1" fmla="val 0"/>
              <a:gd name="adj2" fmla="val 1184"/>
            </a:avLst>
          </a:prstGeom>
        </p:spPr>
      </p:pic>
      <p:sp>
        <p:nvSpPr>
          <p:cNvPr id="38" name="Freeform 37">
            <a:extLst>
              <a:ext uri="{FF2B5EF4-FFF2-40B4-BE49-F238E27FC236}">
                <a16:creationId xmlns:a16="http://schemas.microsoft.com/office/drawing/2014/main" id="{C81C92BF-059B-8559-9159-FBEB153937DC}"/>
              </a:ext>
            </a:extLst>
          </p:cNvPr>
          <p:cNvSpPr/>
          <p:nvPr userDrawn="1"/>
        </p:nvSpPr>
        <p:spPr>
          <a:xfrm>
            <a:off x="4131528" y="3646451"/>
            <a:ext cx="4173344" cy="1497050"/>
          </a:xfrm>
          <a:custGeom>
            <a:avLst/>
            <a:gdLst>
              <a:gd name="connsiteX0" fmla="*/ 78065 w 5564459"/>
              <a:gd name="connsiteY0" fmla="*/ 0 h 1996067"/>
              <a:gd name="connsiteX1" fmla="*/ 5486394 w 5564459"/>
              <a:gd name="connsiteY1" fmla="*/ 0 h 1996067"/>
              <a:gd name="connsiteX2" fmla="*/ 5564459 w 5564459"/>
              <a:gd name="connsiteY2" fmla="*/ 78065 h 1996067"/>
              <a:gd name="connsiteX3" fmla="*/ 5564459 w 5564459"/>
              <a:gd name="connsiteY3" fmla="*/ 1996067 h 1996067"/>
              <a:gd name="connsiteX4" fmla="*/ 0 w 5564459"/>
              <a:gd name="connsiteY4" fmla="*/ 1996067 h 1996067"/>
              <a:gd name="connsiteX5" fmla="*/ 0 w 5564459"/>
              <a:gd name="connsiteY5" fmla="*/ 78065 h 1996067"/>
              <a:gd name="connsiteX6" fmla="*/ 78065 w 5564459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4459" h="1996067">
                <a:moveTo>
                  <a:pt x="78065" y="0"/>
                </a:moveTo>
                <a:lnTo>
                  <a:pt x="5486394" y="0"/>
                </a:lnTo>
                <a:cubicBezTo>
                  <a:pt x="5529508" y="0"/>
                  <a:pt x="5564459" y="34951"/>
                  <a:pt x="5564459" y="78065"/>
                </a:cubicBezTo>
                <a:lnTo>
                  <a:pt x="5564459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01910306-9BA2-A3D9-C970-EBEF0541D5B1}"/>
              </a:ext>
            </a:extLst>
          </p:cNvPr>
          <p:cNvSpPr/>
          <p:nvPr userDrawn="1"/>
        </p:nvSpPr>
        <p:spPr>
          <a:xfrm>
            <a:off x="303407" y="3646451"/>
            <a:ext cx="3721720" cy="1497050"/>
          </a:xfrm>
          <a:custGeom>
            <a:avLst/>
            <a:gdLst>
              <a:gd name="connsiteX0" fmla="*/ 78065 w 4962293"/>
              <a:gd name="connsiteY0" fmla="*/ 0 h 1996067"/>
              <a:gd name="connsiteX1" fmla="*/ 4884228 w 4962293"/>
              <a:gd name="connsiteY1" fmla="*/ 0 h 1996067"/>
              <a:gd name="connsiteX2" fmla="*/ 4962293 w 4962293"/>
              <a:gd name="connsiteY2" fmla="*/ 78065 h 1996067"/>
              <a:gd name="connsiteX3" fmla="*/ 4962293 w 4962293"/>
              <a:gd name="connsiteY3" fmla="*/ 1996067 h 1996067"/>
              <a:gd name="connsiteX4" fmla="*/ 0 w 4962293"/>
              <a:gd name="connsiteY4" fmla="*/ 1996067 h 1996067"/>
              <a:gd name="connsiteX5" fmla="*/ 0 w 4962293"/>
              <a:gd name="connsiteY5" fmla="*/ 78065 h 1996067"/>
              <a:gd name="connsiteX6" fmla="*/ 78065 w 4962293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2293" h="1996067">
                <a:moveTo>
                  <a:pt x="78065" y="0"/>
                </a:moveTo>
                <a:lnTo>
                  <a:pt x="4884228" y="0"/>
                </a:lnTo>
                <a:cubicBezTo>
                  <a:pt x="4927342" y="0"/>
                  <a:pt x="4962293" y="34951"/>
                  <a:pt x="4962293" y="78065"/>
                </a:cubicBezTo>
                <a:lnTo>
                  <a:pt x="4962293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4" name="Picture Placeholder 10">
            <a:extLst>
              <a:ext uri="{FF2B5EF4-FFF2-40B4-BE49-F238E27FC236}">
                <a16:creationId xmlns:a16="http://schemas.microsoft.com/office/drawing/2014/main" id="{2A9CCDB5-2FAD-DCDA-BC17-7D41AB2546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233" y="3771902"/>
            <a:ext cx="3579019" cy="1371599"/>
          </a:xfrm>
          <a:prstGeom prst="round2SameRect">
            <a:avLst>
              <a:gd name="adj1" fmla="val 3667"/>
              <a:gd name="adj2" fmla="val 0"/>
            </a:avLst>
          </a:prstGeom>
        </p:spPr>
      </p:pic>
      <p:pic>
        <p:nvPicPr>
          <p:cNvPr id="13" name="Picture Placeholder 14">
            <a:extLst>
              <a:ext uri="{FF2B5EF4-FFF2-40B4-BE49-F238E27FC236}">
                <a16:creationId xmlns:a16="http://schemas.microsoft.com/office/drawing/2014/main" id="{3FFE6F76-0295-A594-5936-2C792DB250A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46862" y="3771902"/>
            <a:ext cx="4040923" cy="1371599"/>
          </a:xfrm>
          <a:prstGeom prst="round2SameRect">
            <a:avLst>
              <a:gd name="adj1" fmla="val 4167"/>
              <a:gd name="adj2" fmla="val 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A8CD513-79EF-0286-0C49-BAF5F3D2AA20}"/>
              </a:ext>
            </a:extLst>
          </p:cNvPr>
          <p:cNvSpPr/>
          <p:nvPr userDrawn="1"/>
        </p:nvSpPr>
        <p:spPr>
          <a:xfrm>
            <a:off x="4257305" y="3776241"/>
            <a:ext cx="1628423" cy="1367260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4A6670-B8E2-EB31-8677-8E524881B094}"/>
              </a:ext>
            </a:extLst>
          </p:cNvPr>
          <p:cNvSpPr/>
          <p:nvPr userDrawn="1"/>
        </p:nvSpPr>
        <p:spPr>
          <a:xfrm>
            <a:off x="439838" y="3776241"/>
            <a:ext cx="1628423" cy="1367260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4D1A01B-D14F-2973-0B3C-358827951D96}"/>
              </a:ext>
            </a:extLst>
          </p:cNvPr>
          <p:cNvSpPr/>
          <p:nvPr userDrawn="1"/>
        </p:nvSpPr>
        <p:spPr>
          <a:xfrm>
            <a:off x="4257304" y="3"/>
            <a:ext cx="3820886" cy="3357748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91001-436D-48D7-8C20-6487A8C4D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6" y="1154151"/>
            <a:ext cx="3223260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66469-C77E-852A-313B-A50ADF72BF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6" y="2880362"/>
            <a:ext cx="3223260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bg1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46" name="Freeform 45">
            <a:extLst>
              <a:ext uri="{FF2B5EF4-FFF2-40B4-BE49-F238E27FC236}">
                <a16:creationId xmlns:a16="http://schemas.microsoft.com/office/drawing/2014/main" id="{38FE2549-0A73-542D-07C1-E60DDA3DB7B8}"/>
              </a:ext>
            </a:extLst>
          </p:cNvPr>
          <p:cNvSpPr/>
          <p:nvPr userDrawn="1"/>
        </p:nvSpPr>
        <p:spPr>
          <a:xfrm>
            <a:off x="8457794" y="4357342"/>
            <a:ext cx="686207" cy="786161"/>
          </a:xfrm>
          <a:custGeom>
            <a:avLst/>
            <a:gdLst>
              <a:gd name="connsiteX0" fmla="*/ 70232 w 914942"/>
              <a:gd name="connsiteY0" fmla="*/ 0 h 1048215"/>
              <a:gd name="connsiteX1" fmla="*/ 914942 w 914942"/>
              <a:gd name="connsiteY1" fmla="*/ 0 h 1048215"/>
              <a:gd name="connsiteX2" fmla="*/ 914942 w 914942"/>
              <a:gd name="connsiteY2" fmla="*/ 1048215 h 1048215"/>
              <a:gd name="connsiteX3" fmla="*/ 0 w 914942"/>
              <a:gd name="connsiteY3" fmla="*/ 1048215 h 1048215"/>
              <a:gd name="connsiteX4" fmla="*/ 0 w 914942"/>
              <a:gd name="connsiteY4" fmla="*/ 70232 h 1048215"/>
              <a:gd name="connsiteX5" fmla="*/ 70232 w 914942"/>
              <a:gd name="connsiteY5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942" h="1048215">
                <a:moveTo>
                  <a:pt x="70232" y="0"/>
                </a:moveTo>
                <a:lnTo>
                  <a:pt x="914942" y="0"/>
                </a:lnTo>
                <a:lnTo>
                  <a:pt x="914942" y="1048215"/>
                </a:lnTo>
                <a:lnTo>
                  <a:pt x="0" y="1048215"/>
                </a:ln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DF5473B-5684-5559-BF1E-8422A9B923B6}"/>
              </a:ext>
            </a:extLst>
          </p:cNvPr>
          <p:cNvSpPr/>
          <p:nvPr userDrawn="1"/>
        </p:nvSpPr>
        <p:spPr>
          <a:xfrm>
            <a:off x="8457794" y="1528765"/>
            <a:ext cx="686207" cy="2674376"/>
          </a:xfrm>
          <a:custGeom>
            <a:avLst/>
            <a:gdLst>
              <a:gd name="connsiteX0" fmla="*/ 70232 w 914942"/>
              <a:gd name="connsiteY0" fmla="*/ 0 h 3565835"/>
              <a:gd name="connsiteX1" fmla="*/ 914942 w 914942"/>
              <a:gd name="connsiteY1" fmla="*/ 0 h 3565835"/>
              <a:gd name="connsiteX2" fmla="*/ 914942 w 914942"/>
              <a:gd name="connsiteY2" fmla="*/ 3565835 h 3565835"/>
              <a:gd name="connsiteX3" fmla="*/ 70232 w 914942"/>
              <a:gd name="connsiteY3" fmla="*/ 3565835 h 3565835"/>
              <a:gd name="connsiteX4" fmla="*/ 0 w 914942"/>
              <a:gd name="connsiteY4" fmla="*/ 3495603 h 3565835"/>
              <a:gd name="connsiteX5" fmla="*/ 0 w 914942"/>
              <a:gd name="connsiteY5" fmla="*/ 70232 h 3565835"/>
              <a:gd name="connsiteX6" fmla="*/ 70232 w 914942"/>
              <a:gd name="connsiteY6" fmla="*/ 0 h 35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942" h="3565835">
                <a:moveTo>
                  <a:pt x="70232" y="0"/>
                </a:moveTo>
                <a:lnTo>
                  <a:pt x="914942" y="0"/>
                </a:lnTo>
                <a:lnTo>
                  <a:pt x="914942" y="3565835"/>
                </a:lnTo>
                <a:lnTo>
                  <a:pt x="70232" y="3565835"/>
                </a:lnTo>
                <a:cubicBezTo>
                  <a:pt x="31444" y="3565835"/>
                  <a:pt x="0" y="3534391"/>
                  <a:pt x="0" y="3495603"/>
                </a:cubicBez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6A9666-649B-A11B-515E-7877395047F9}"/>
              </a:ext>
            </a:extLst>
          </p:cNvPr>
          <p:cNvSpPr/>
          <p:nvPr userDrawn="1"/>
        </p:nvSpPr>
        <p:spPr>
          <a:xfrm>
            <a:off x="8457794" y="3"/>
            <a:ext cx="686207" cy="1378976"/>
          </a:xfrm>
          <a:custGeom>
            <a:avLst/>
            <a:gdLst>
              <a:gd name="connsiteX0" fmla="*/ 0 w 914942"/>
              <a:gd name="connsiteY0" fmla="*/ 0 h 1838635"/>
              <a:gd name="connsiteX1" fmla="*/ 914942 w 914942"/>
              <a:gd name="connsiteY1" fmla="*/ 0 h 1838635"/>
              <a:gd name="connsiteX2" fmla="*/ 914942 w 914942"/>
              <a:gd name="connsiteY2" fmla="*/ 1838635 h 1838635"/>
              <a:gd name="connsiteX3" fmla="*/ 70232 w 914942"/>
              <a:gd name="connsiteY3" fmla="*/ 1838635 h 1838635"/>
              <a:gd name="connsiteX4" fmla="*/ 0 w 914942"/>
              <a:gd name="connsiteY4" fmla="*/ 1768403 h 183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942" h="1838635">
                <a:moveTo>
                  <a:pt x="0" y="0"/>
                </a:moveTo>
                <a:lnTo>
                  <a:pt x="914942" y="0"/>
                </a:lnTo>
                <a:lnTo>
                  <a:pt x="914942" y="1838635"/>
                </a:lnTo>
                <a:lnTo>
                  <a:pt x="70232" y="1838635"/>
                </a:lnTo>
                <a:cubicBezTo>
                  <a:pt x="31444" y="1838635"/>
                  <a:pt x="0" y="1807191"/>
                  <a:pt x="0" y="176840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62911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, examp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7">
            <a:extLst>
              <a:ext uri="{FF2B5EF4-FFF2-40B4-BE49-F238E27FC236}">
                <a16:creationId xmlns:a16="http://schemas.microsoft.com/office/drawing/2014/main" id="{C81C92BF-059B-8559-9159-FBEB153937DC}"/>
              </a:ext>
            </a:extLst>
          </p:cNvPr>
          <p:cNvSpPr/>
          <p:nvPr userDrawn="1"/>
        </p:nvSpPr>
        <p:spPr>
          <a:xfrm>
            <a:off x="4131528" y="3646451"/>
            <a:ext cx="4173344" cy="1497050"/>
          </a:xfrm>
          <a:custGeom>
            <a:avLst/>
            <a:gdLst>
              <a:gd name="connsiteX0" fmla="*/ 78065 w 5564459"/>
              <a:gd name="connsiteY0" fmla="*/ 0 h 1996067"/>
              <a:gd name="connsiteX1" fmla="*/ 5486394 w 5564459"/>
              <a:gd name="connsiteY1" fmla="*/ 0 h 1996067"/>
              <a:gd name="connsiteX2" fmla="*/ 5564459 w 5564459"/>
              <a:gd name="connsiteY2" fmla="*/ 78065 h 1996067"/>
              <a:gd name="connsiteX3" fmla="*/ 5564459 w 5564459"/>
              <a:gd name="connsiteY3" fmla="*/ 1996067 h 1996067"/>
              <a:gd name="connsiteX4" fmla="*/ 0 w 5564459"/>
              <a:gd name="connsiteY4" fmla="*/ 1996067 h 1996067"/>
              <a:gd name="connsiteX5" fmla="*/ 0 w 5564459"/>
              <a:gd name="connsiteY5" fmla="*/ 78065 h 1996067"/>
              <a:gd name="connsiteX6" fmla="*/ 78065 w 5564459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4459" h="1996067">
                <a:moveTo>
                  <a:pt x="78065" y="0"/>
                </a:moveTo>
                <a:lnTo>
                  <a:pt x="5486394" y="0"/>
                </a:lnTo>
                <a:cubicBezTo>
                  <a:pt x="5529508" y="0"/>
                  <a:pt x="5564459" y="34951"/>
                  <a:pt x="5564459" y="78065"/>
                </a:cubicBezTo>
                <a:lnTo>
                  <a:pt x="5564459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01910306-9BA2-A3D9-C970-EBEF0541D5B1}"/>
              </a:ext>
            </a:extLst>
          </p:cNvPr>
          <p:cNvSpPr/>
          <p:nvPr userDrawn="1"/>
        </p:nvSpPr>
        <p:spPr>
          <a:xfrm>
            <a:off x="303407" y="3646451"/>
            <a:ext cx="3721720" cy="1497050"/>
          </a:xfrm>
          <a:custGeom>
            <a:avLst/>
            <a:gdLst>
              <a:gd name="connsiteX0" fmla="*/ 78065 w 4962293"/>
              <a:gd name="connsiteY0" fmla="*/ 0 h 1996067"/>
              <a:gd name="connsiteX1" fmla="*/ 4884228 w 4962293"/>
              <a:gd name="connsiteY1" fmla="*/ 0 h 1996067"/>
              <a:gd name="connsiteX2" fmla="*/ 4962293 w 4962293"/>
              <a:gd name="connsiteY2" fmla="*/ 78065 h 1996067"/>
              <a:gd name="connsiteX3" fmla="*/ 4962293 w 4962293"/>
              <a:gd name="connsiteY3" fmla="*/ 1996067 h 1996067"/>
              <a:gd name="connsiteX4" fmla="*/ 0 w 4962293"/>
              <a:gd name="connsiteY4" fmla="*/ 1996067 h 1996067"/>
              <a:gd name="connsiteX5" fmla="*/ 0 w 4962293"/>
              <a:gd name="connsiteY5" fmla="*/ 78065 h 1996067"/>
              <a:gd name="connsiteX6" fmla="*/ 78065 w 4962293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2293" h="1996067">
                <a:moveTo>
                  <a:pt x="78065" y="0"/>
                </a:moveTo>
                <a:lnTo>
                  <a:pt x="4884228" y="0"/>
                </a:lnTo>
                <a:cubicBezTo>
                  <a:pt x="4927342" y="0"/>
                  <a:pt x="4962293" y="34951"/>
                  <a:pt x="4962293" y="78065"/>
                </a:cubicBezTo>
                <a:lnTo>
                  <a:pt x="4962293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3395B87-A931-E024-BF57-4001E7C7C7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233" y="3771902"/>
            <a:ext cx="3579019" cy="1371599"/>
          </a:xfrm>
          <a:prstGeom prst="round2SameRect">
            <a:avLst>
              <a:gd name="adj1" fmla="val 3667"/>
              <a:gd name="adj2" fmla="val 0"/>
            </a:avLst>
          </a:prstGeom>
        </p:spPr>
      </p:pic>
      <p:pic>
        <p:nvPicPr>
          <p:cNvPr id="12" name="Picture Placeholder 14">
            <a:extLst>
              <a:ext uri="{FF2B5EF4-FFF2-40B4-BE49-F238E27FC236}">
                <a16:creationId xmlns:a16="http://schemas.microsoft.com/office/drawing/2014/main" id="{8B232805-95F5-6D26-26E7-9528E3BF5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46862" y="3771902"/>
            <a:ext cx="4040923" cy="1371599"/>
          </a:xfrm>
          <a:prstGeom prst="round2SameRect">
            <a:avLst>
              <a:gd name="adj1" fmla="val 4167"/>
              <a:gd name="adj2" fmla="val 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EC44C5-94CD-6648-7B15-70D406D96845}"/>
              </a:ext>
            </a:extLst>
          </p:cNvPr>
          <p:cNvSpPr/>
          <p:nvPr userDrawn="1"/>
        </p:nvSpPr>
        <p:spPr>
          <a:xfrm>
            <a:off x="4253697" y="2114"/>
            <a:ext cx="4051175" cy="3481086"/>
          </a:xfrm>
          <a:prstGeom prst="rect">
            <a:avLst/>
          </a:prstGeom>
          <a:gradFill>
            <a:gsLst>
              <a:gs pos="60000">
                <a:schemeClr val="bg1">
                  <a:alpha val="0"/>
                </a:schemeClr>
              </a:gs>
              <a:gs pos="100000">
                <a:schemeClr val="bg1">
                  <a:alpha val="8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787DD38-1436-B22F-3FBA-034FD1786B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40003" y="-1"/>
            <a:ext cx="4055170" cy="3475859"/>
          </a:xfrm>
          <a:prstGeom prst="round2SameRect">
            <a:avLst>
              <a:gd name="adj1" fmla="val 0"/>
              <a:gd name="adj2" fmla="val 1578"/>
            </a:avLst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E4D1A01B-D14F-2973-0B3C-358827951D96}"/>
              </a:ext>
            </a:extLst>
          </p:cNvPr>
          <p:cNvSpPr/>
          <p:nvPr userDrawn="1"/>
        </p:nvSpPr>
        <p:spPr>
          <a:xfrm>
            <a:off x="4257304" y="3"/>
            <a:ext cx="3820886" cy="3357748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91001-436D-48D7-8C20-6487A8C4D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6" y="1154151"/>
            <a:ext cx="3223260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66469-C77E-852A-313B-A50ADF72BF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6" y="2880362"/>
            <a:ext cx="3223260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bg1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46" name="Freeform 45">
            <a:extLst>
              <a:ext uri="{FF2B5EF4-FFF2-40B4-BE49-F238E27FC236}">
                <a16:creationId xmlns:a16="http://schemas.microsoft.com/office/drawing/2014/main" id="{38FE2549-0A73-542D-07C1-E60DDA3DB7B8}"/>
              </a:ext>
            </a:extLst>
          </p:cNvPr>
          <p:cNvSpPr/>
          <p:nvPr userDrawn="1"/>
        </p:nvSpPr>
        <p:spPr>
          <a:xfrm>
            <a:off x="8457794" y="4357342"/>
            <a:ext cx="686207" cy="786161"/>
          </a:xfrm>
          <a:custGeom>
            <a:avLst/>
            <a:gdLst>
              <a:gd name="connsiteX0" fmla="*/ 70232 w 914942"/>
              <a:gd name="connsiteY0" fmla="*/ 0 h 1048215"/>
              <a:gd name="connsiteX1" fmla="*/ 914942 w 914942"/>
              <a:gd name="connsiteY1" fmla="*/ 0 h 1048215"/>
              <a:gd name="connsiteX2" fmla="*/ 914942 w 914942"/>
              <a:gd name="connsiteY2" fmla="*/ 1048215 h 1048215"/>
              <a:gd name="connsiteX3" fmla="*/ 0 w 914942"/>
              <a:gd name="connsiteY3" fmla="*/ 1048215 h 1048215"/>
              <a:gd name="connsiteX4" fmla="*/ 0 w 914942"/>
              <a:gd name="connsiteY4" fmla="*/ 70232 h 1048215"/>
              <a:gd name="connsiteX5" fmla="*/ 70232 w 914942"/>
              <a:gd name="connsiteY5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942" h="1048215">
                <a:moveTo>
                  <a:pt x="70232" y="0"/>
                </a:moveTo>
                <a:lnTo>
                  <a:pt x="914942" y="0"/>
                </a:lnTo>
                <a:lnTo>
                  <a:pt x="914942" y="1048215"/>
                </a:lnTo>
                <a:lnTo>
                  <a:pt x="0" y="1048215"/>
                </a:ln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DF5473B-5684-5559-BF1E-8422A9B923B6}"/>
              </a:ext>
            </a:extLst>
          </p:cNvPr>
          <p:cNvSpPr/>
          <p:nvPr userDrawn="1"/>
        </p:nvSpPr>
        <p:spPr>
          <a:xfrm>
            <a:off x="8457794" y="1528765"/>
            <a:ext cx="686207" cy="2674376"/>
          </a:xfrm>
          <a:custGeom>
            <a:avLst/>
            <a:gdLst>
              <a:gd name="connsiteX0" fmla="*/ 70232 w 914942"/>
              <a:gd name="connsiteY0" fmla="*/ 0 h 3565835"/>
              <a:gd name="connsiteX1" fmla="*/ 914942 w 914942"/>
              <a:gd name="connsiteY1" fmla="*/ 0 h 3565835"/>
              <a:gd name="connsiteX2" fmla="*/ 914942 w 914942"/>
              <a:gd name="connsiteY2" fmla="*/ 3565835 h 3565835"/>
              <a:gd name="connsiteX3" fmla="*/ 70232 w 914942"/>
              <a:gd name="connsiteY3" fmla="*/ 3565835 h 3565835"/>
              <a:gd name="connsiteX4" fmla="*/ 0 w 914942"/>
              <a:gd name="connsiteY4" fmla="*/ 3495603 h 3565835"/>
              <a:gd name="connsiteX5" fmla="*/ 0 w 914942"/>
              <a:gd name="connsiteY5" fmla="*/ 70232 h 3565835"/>
              <a:gd name="connsiteX6" fmla="*/ 70232 w 914942"/>
              <a:gd name="connsiteY6" fmla="*/ 0 h 35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942" h="3565835">
                <a:moveTo>
                  <a:pt x="70232" y="0"/>
                </a:moveTo>
                <a:lnTo>
                  <a:pt x="914942" y="0"/>
                </a:lnTo>
                <a:lnTo>
                  <a:pt x="914942" y="3565835"/>
                </a:lnTo>
                <a:lnTo>
                  <a:pt x="70232" y="3565835"/>
                </a:lnTo>
                <a:cubicBezTo>
                  <a:pt x="31444" y="3565835"/>
                  <a:pt x="0" y="3534391"/>
                  <a:pt x="0" y="3495603"/>
                </a:cubicBez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7CBCB17B-2DEF-1ACB-A950-7A0095C16F7D}"/>
              </a:ext>
            </a:extLst>
          </p:cNvPr>
          <p:cNvSpPr/>
          <p:nvPr userDrawn="1"/>
        </p:nvSpPr>
        <p:spPr>
          <a:xfrm>
            <a:off x="8457794" y="3"/>
            <a:ext cx="686207" cy="1378976"/>
          </a:xfrm>
          <a:custGeom>
            <a:avLst/>
            <a:gdLst>
              <a:gd name="connsiteX0" fmla="*/ 0 w 914942"/>
              <a:gd name="connsiteY0" fmla="*/ 0 h 1838635"/>
              <a:gd name="connsiteX1" fmla="*/ 914942 w 914942"/>
              <a:gd name="connsiteY1" fmla="*/ 0 h 1838635"/>
              <a:gd name="connsiteX2" fmla="*/ 914942 w 914942"/>
              <a:gd name="connsiteY2" fmla="*/ 1838635 h 1838635"/>
              <a:gd name="connsiteX3" fmla="*/ 70232 w 914942"/>
              <a:gd name="connsiteY3" fmla="*/ 1838635 h 1838635"/>
              <a:gd name="connsiteX4" fmla="*/ 0 w 914942"/>
              <a:gd name="connsiteY4" fmla="*/ 1768403 h 183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942" h="1838635">
                <a:moveTo>
                  <a:pt x="0" y="0"/>
                </a:moveTo>
                <a:lnTo>
                  <a:pt x="914942" y="0"/>
                </a:lnTo>
                <a:lnTo>
                  <a:pt x="914942" y="1838635"/>
                </a:lnTo>
                <a:lnTo>
                  <a:pt x="70232" y="1838635"/>
                </a:lnTo>
                <a:cubicBezTo>
                  <a:pt x="31444" y="1838635"/>
                  <a:pt x="0" y="1807191"/>
                  <a:pt x="0" y="176840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B71636-2510-6C8D-047B-B2270645B94E}"/>
              </a:ext>
            </a:extLst>
          </p:cNvPr>
          <p:cNvSpPr/>
          <p:nvPr userDrawn="1"/>
        </p:nvSpPr>
        <p:spPr>
          <a:xfrm>
            <a:off x="4257305" y="3776241"/>
            <a:ext cx="1628423" cy="1367260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70917E-74F1-9D40-330F-747162CCFF8B}"/>
              </a:ext>
            </a:extLst>
          </p:cNvPr>
          <p:cNvSpPr/>
          <p:nvPr userDrawn="1"/>
        </p:nvSpPr>
        <p:spPr>
          <a:xfrm>
            <a:off x="439838" y="3776241"/>
            <a:ext cx="1628423" cy="1367260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527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C52627-2A71-7FF2-9619-EEB5E2EF03DD}"/>
              </a:ext>
            </a:extLst>
          </p:cNvPr>
          <p:cNvSpPr/>
          <p:nvPr userDrawn="1"/>
        </p:nvSpPr>
        <p:spPr>
          <a:xfrm>
            <a:off x="4253697" y="2114"/>
            <a:ext cx="4051175" cy="3481086"/>
          </a:xfrm>
          <a:prstGeom prst="rect">
            <a:avLst/>
          </a:prstGeom>
          <a:gradFill>
            <a:gsLst>
              <a:gs pos="60000">
                <a:schemeClr val="bg1">
                  <a:alpha val="0"/>
                </a:schemeClr>
              </a:gs>
              <a:gs pos="100000">
                <a:schemeClr val="bg1">
                  <a:alpha val="8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79D2CE7-AF2C-065E-F836-ADAED363495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132614" y="5229"/>
            <a:ext cx="4055170" cy="3475859"/>
          </a:xfrm>
          <a:custGeom>
            <a:avLst/>
            <a:gdLst>
              <a:gd name="connsiteX0" fmla="*/ 0 w 5229922"/>
              <a:gd name="connsiteY0" fmla="*/ 0 h 4482790"/>
              <a:gd name="connsiteX1" fmla="*/ 5229922 w 5229922"/>
              <a:gd name="connsiteY1" fmla="*/ 0 h 4482790"/>
              <a:gd name="connsiteX2" fmla="*/ 5229922 w 5229922"/>
              <a:gd name="connsiteY2" fmla="*/ 4412097 h 4482790"/>
              <a:gd name="connsiteX3" fmla="*/ 5159229 w 5229922"/>
              <a:gd name="connsiteY3" fmla="*/ 4482790 h 4482790"/>
              <a:gd name="connsiteX4" fmla="*/ 70693 w 5229922"/>
              <a:gd name="connsiteY4" fmla="*/ 4482790 h 4482790"/>
              <a:gd name="connsiteX5" fmla="*/ 0 w 5229922"/>
              <a:gd name="connsiteY5" fmla="*/ 4412097 h 4482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9922" h="4482790">
                <a:moveTo>
                  <a:pt x="0" y="0"/>
                </a:moveTo>
                <a:lnTo>
                  <a:pt x="5229922" y="0"/>
                </a:lnTo>
                <a:lnTo>
                  <a:pt x="5229922" y="4412097"/>
                </a:lnTo>
                <a:cubicBezTo>
                  <a:pt x="5229922" y="4451140"/>
                  <a:pt x="5198272" y="4482790"/>
                  <a:pt x="5159229" y="4482790"/>
                </a:cubicBezTo>
                <a:lnTo>
                  <a:pt x="70693" y="4482790"/>
                </a:lnTo>
                <a:cubicBezTo>
                  <a:pt x="31650" y="4482790"/>
                  <a:pt x="0" y="4451140"/>
                  <a:pt x="0" y="4412097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750"/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C81C92BF-059B-8559-9159-FBEB153937DC}"/>
              </a:ext>
            </a:extLst>
          </p:cNvPr>
          <p:cNvSpPr/>
          <p:nvPr userDrawn="1"/>
        </p:nvSpPr>
        <p:spPr>
          <a:xfrm>
            <a:off x="4131528" y="3646451"/>
            <a:ext cx="4173344" cy="1497050"/>
          </a:xfrm>
          <a:custGeom>
            <a:avLst/>
            <a:gdLst>
              <a:gd name="connsiteX0" fmla="*/ 78065 w 5564459"/>
              <a:gd name="connsiteY0" fmla="*/ 0 h 1996067"/>
              <a:gd name="connsiteX1" fmla="*/ 5486394 w 5564459"/>
              <a:gd name="connsiteY1" fmla="*/ 0 h 1996067"/>
              <a:gd name="connsiteX2" fmla="*/ 5564459 w 5564459"/>
              <a:gd name="connsiteY2" fmla="*/ 78065 h 1996067"/>
              <a:gd name="connsiteX3" fmla="*/ 5564459 w 5564459"/>
              <a:gd name="connsiteY3" fmla="*/ 1996067 h 1996067"/>
              <a:gd name="connsiteX4" fmla="*/ 0 w 5564459"/>
              <a:gd name="connsiteY4" fmla="*/ 1996067 h 1996067"/>
              <a:gd name="connsiteX5" fmla="*/ 0 w 5564459"/>
              <a:gd name="connsiteY5" fmla="*/ 78065 h 1996067"/>
              <a:gd name="connsiteX6" fmla="*/ 78065 w 5564459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4459" h="1996067">
                <a:moveTo>
                  <a:pt x="78065" y="0"/>
                </a:moveTo>
                <a:lnTo>
                  <a:pt x="5486394" y="0"/>
                </a:lnTo>
                <a:cubicBezTo>
                  <a:pt x="5529508" y="0"/>
                  <a:pt x="5564459" y="34951"/>
                  <a:pt x="5564459" y="78065"/>
                </a:cubicBezTo>
                <a:lnTo>
                  <a:pt x="5564459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01910306-9BA2-A3D9-C970-EBEF0541D5B1}"/>
              </a:ext>
            </a:extLst>
          </p:cNvPr>
          <p:cNvSpPr/>
          <p:nvPr userDrawn="1"/>
        </p:nvSpPr>
        <p:spPr>
          <a:xfrm>
            <a:off x="303407" y="3646451"/>
            <a:ext cx="3721720" cy="1497050"/>
          </a:xfrm>
          <a:custGeom>
            <a:avLst/>
            <a:gdLst>
              <a:gd name="connsiteX0" fmla="*/ 78065 w 4962293"/>
              <a:gd name="connsiteY0" fmla="*/ 0 h 1996067"/>
              <a:gd name="connsiteX1" fmla="*/ 4884228 w 4962293"/>
              <a:gd name="connsiteY1" fmla="*/ 0 h 1996067"/>
              <a:gd name="connsiteX2" fmla="*/ 4962293 w 4962293"/>
              <a:gd name="connsiteY2" fmla="*/ 78065 h 1996067"/>
              <a:gd name="connsiteX3" fmla="*/ 4962293 w 4962293"/>
              <a:gd name="connsiteY3" fmla="*/ 1996067 h 1996067"/>
              <a:gd name="connsiteX4" fmla="*/ 0 w 4962293"/>
              <a:gd name="connsiteY4" fmla="*/ 1996067 h 1996067"/>
              <a:gd name="connsiteX5" fmla="*/ 0 w 4962293"/>
              <a:gd name="connsiteY5" fmla="*/ 78065 h 1996067"/>
              <a:gd name="connsiteX6" fmla="*/ 78065 w 4962293"/>
              <a:gd name="connsiteY6" fmla="*/ 0 h 199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2293" h="1996067">
                <a:moveTo>
                  <a:pt x="78065" y="0"/>
                </a:moveTo>
                <a:lnTo>
                  <a:pt x="4884228" y="0"/>
                </a:lnTo>
                <a:cubicBezTo>
                  <a:pt x="4927342" y="0"/>
                  <a:pt x="4962293" y="34951"/>
                  <a:pt x="4962293" y="78065"/>
                </a:cubicBezTo>
                <a:lnTo>
                  <a:pt x="4962293" y="1996067"/>
                </a:lnTo>
                <a:lnTo>
                  <a:pt x="0" y="1996067"/>
                </a:lnTo>
                <a:lnTo>
                  <a:pt x="0" y="78065"/>
                </a:lnTo>
                <a:cubicBezTo>
                  <a:pt x="0" y="34951"/>
                  <a:pt x="34951" y="0"/>
                  <a:pt x="78065" y="0"/>
                </a:cubicBezTo>
                <a:close/>
              </a:path>
            </a:pathLst>
          </a:custGeom>
          <a:gradFill>
            <a:gsLst>
              <a:gs pos="35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91001-436D-48D7-8C20-6487A8C4D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6" y="1154151"/>
            <a:ext cx="3223260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66469-C77E-852A-313B-A50ADF72BF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6" y="2882555"/>
            <a:ext cx="3223260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bg1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1A1AC5C1-22D7-6BB3-2C80-BCCC3A31734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6233" y="3771902"/>
            <a:ext cx="3579019" cy="1371599"/>
          </a:xfrm>
          <a:custGeom>
            <a:avLst/>
            <a:gdLst>
              <a:gd name="connsiteX0" fmla="*/ 67479 w 4772025"/>
              <a:gd name="connsiteY0" fmla="*/ 0 h 1828799"/>
              <a:gd name="connsiteX1" fmla="*/ 4704546 w 4772025"/>
              <a:gd name="connsiteY1" fmla="*/ 0 h 1828799"/>
              <a:gd name="connsiteX2" fmla="*/ 4772025 w 4772025"/>
              <a:gd name="connsiteY2" fmla="*/ 67479 h 1828799"/>
              <a:gd name="connsiteX3" fmla="*/ 4772025 w 4772025"/>
              <a:gd name="connsiteY3" fmla="*/ 1828799 h 1828799"/>
              <a:gd name="connsiteX4" fmla="*/ 0 w 4772025"/>
              <a:gd name="connsiteY4" fmla="*/ 1828799 h 1828799"/>
              <a:gd name="connsiteX5" fmla="*/ 0 w 4772025"/>
              <a:gd name="connsiteY5" fmla="*/ 67479 h 1828799"/>
              <a:gd name="connsiteX6" fmla="*/ 67479 w 4772025"/>
              <a:gd name="connsiteY6" fmla="*/ 0 h 182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2025" h="1828799">
                <a:moveTo>
                  <a:pt x="67479" y="0"/>
                </a:moveTo>
                <a:lnTo>
                  <a:pt x="4704546" y="0"/>
                </a:lnTo>
                <a:cubicBezTo>
                  <a:pt x="4741814" y="0"/>
                  <a:pt x="4772025" y="30211"/>
                  <a:pt x="4772025" y="67479"/>
                </a:cubicBezTo>
                <a:lnTo>
                  <a:pt x="4772025" y="1828799"/>
                </a:lnTo>
                <a:lnTo>
                  <a:pt x="0" y="1828799"/>
                </a:lnTo>
                <a:lnTo>
                  <a:pt x="0" y="67479"/>
                </a:lnTo>
                <a:cubicBezTo>
                  <a:pt x="0" y="30211"/>
                  <a:pt x="30211" y="0"/>
                  <a:pt x="67479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750"/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1A3832B-790E-1C05-55F6-2FDE3C2E684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46862" y="3771902"/>
            <a:ext cx="4040923" cy="1371599"/>
          </a:xfrm>
          <a:custGeom>
            <a:avLst/>
            <a:gdLst>
              <a:gd name="connsiteX0" fmla="*/ 67479 w 5387897"/>
              <a:gd name="connsiteY0" fmla="*/ 0 h 1828799"/>
              <a:gd name="connsiteX1" fmla="*/ 5320418 w 5387897"/>
              <a:gd name="connsiteY1" fmla="*/ 0 h 1828799"/>
              <a:gd name="connsiteX2" fmla="*/ 5387897 w 5387897"/>
              <a:gd name="connsiteY2" fmla="*/ 67479 h 1828799"/>
              <a:gd name="connsiteX3" fmla="*/ 5387897 w 5387897"/>
              <a:gd name="connsiteY3" fmla="*/ 1828799 h 1828799"/>
              <a:gd name="connsiteX4" fmla="*/ 0 w 5387897"/>
              <a:gd name="connsiteY4" fmla="*/ 1828799 h 1828799"/>
              <a:gd name="connsiteX5" fmla="*/ 0 w 5387897"/>
              <a:gd name="connsiteY5" fmla="*/ 67479 h 1828799"/>
              <a:gd name="connsiteX6" fmla="*/ 67479 w 5387897"/>
              <a:gd name="connsiteY6" fmla="*/ 0 h 182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87897" h="1828799">
                <a:moveTo>
                  <a:pt x="67479" y="0"/>
                </a:moveTo>
                <a:lnTo>
                  <a:pt x="5320418" y="0"/>
                </a:lnTo>
                <a:cubicBezTo>
                  <a:pt x="5357686" y="0"/>
                  <a:pt x="5387897" y="30211"/>
                  <a:pt x="5387897" y="67479"/>
                </a:cubicBezTo>
                <a:lnTo>
                  <a:pt x="5387897" y="1828799"/>
                </a:lnTo>
                <a:lnTo>
                  <a:pt x="0" y="1828799"/>
                </a:lnTo>
                <a:lnTo>
                  <a:pt x="0" y="67479"/>
                </a:lnTo>
                <a:cubicBezTo>
                  <a:pt x="0" y="30211"/>
                  <a:pt x="30211" y="0"/>
                  <a:pt x="67479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750"/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38FE2549-0A73-542D-07C1-E60DDA3DB7B8}"/>
              </a:ext>
            </a:extLst>
          </p:cNvPr>
          <p:cNvSpPr/>
          <p:nvPr userDrawn="1"/>
        </p:nvSpPr>
        <p:spPr>
          <a:xfrm>
            <a:off x="8457794" y="4357342"/>
            <a:ext cx="686207" cy="786161"/>
          </a:xfrm>
          <a:custGeom>
            <a:avLst/>
            <a:gdLst>
              <a:gd name="connsiteX0" fmla="*/ 70232 w 914942"/>
              <a:gd name="connsiteY0" fmla="*/ 0 h 1048215"/>
              <a:gd name="connsiteX1" fmla="*/ 914942 w 914942"/>
              <a:gd name="connsiteY1" fmla="*/ 0 h 1048215"/>
              <a:gd name="connsiteX2" fmla="*/ 914942 w 914942"/>
              <a:gd name="connsiteY2" fmla="*/ 1048215 h 1048215"/>
              <a:gd name="connsiteX3" fmla="*/ 0 w 914942"/>
              <a:gd name="connsiteY3" fmla="*/ 1048215 h 1048215"/>
              <a:gd name="connsiteX4" fmla="*/ 0 w 914942"/>
              <a:gd name="connsiteY4" fmla="*/ 70232 h 1048215"/>
              <a:gd name="connsiteX5" fmla="*/ 70232 w 914942"/>
              <a:gd name="connsiteY5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942" h="1048215">
                <a:moveTo>
                  <a:pt x="70232" y="0"/>
                </a:moveTo>
                <a:lnTo>
                  <a:pt x="914942" y="0"/>
                </a:lnTo>
                <a:lnTo>
                  <a:pt x="914942" y="1048215"/>
                </a:lnTo>
                <a:lnTo>
                  <a:pt x="0" y="1048215"/>
                </a:ln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DF5473B-5684-5559-BF1E-8422A9B923B6}"/>
              </a:ext>
            </a:extLst>
          </p:cNvPr>
          <p:cNvSpPr/>
          <p:nvPr userDrawn="1"/>
        </p:nvSpPr>
        <p:spPr>
          <a:xfrm>
            <a:off x="8457794" y="1528765"/>
            <a:ext cx="686207" cy="2674376"/>
          </a:xfrm>
          <a:custGeom>
            <a:avLst/>
            <a:gdLst>
              <a:gd name="connsiteX0" fmla="*/ 70232 w 914942"/>
              <a:gd name="connsiteY0" fmla="*/ 0 h 3565835"/>
              <a:gd name="connsiteX1" fmla="*/ 914942 w 914942"/>
              <a:gd name="connsiteY1" fmla="*/ 0 h 3565835"/>
              <a:gd name="connsiteX2" fmla="*/ 914942 w 914942"/>
              <a:gd name="connsiteY2" fmla="*/ 3565835 h 3565835"/>
              <a:gd name="connsiteX3" fmla="*/ 70232 w 914942"/>
              <a:gd name="connsiteY3" fmla="*/ 3565835 h 3565835"/>
              <a:gd name="connsiteX4" fmla="*/ 0 w 914942"/>
              <a:gd name="connsiteY4" fmla="*/ 3495603 h 3565835"/>
              <a:gd name="connsiteX5" fmla="*/ 0 w 914942"/>
              <a:gd name="connsiteY5" fmla="*/ 70232 h 3565835"/>
              <a:gd name="connsiteX6" fmla="*/ 70232 w 914942"/>
              <a:gd name="connsiteY6" fmla="*/ 0 h 35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942" h="3565835">
                <a:moveTo>
                  <a:pt x="70232" y="0"/>
                </a:moveTo>
                <a:lnTo>
                  <a:pt x="914942" y="0"/>
                </a:lnTo>
                <a:lnTo>
                  <a:pt x="914942" y="3565835"/>
                </a:lnTo>
                <a:lnTo>
                  <a:pt x="70232" y="3565835"/>
                </a:lnTo>
                <a:cubicBezTo>
                  <a:pt x="31444" y="3565835"/>
                  <a:pt x="0" y="3534391"/>
                  <a:pt x="0" y="3495603"/>
                </a:cubicBezTo>
                <a:lnTo>
                  <a:pt x="0" y="70232"/>
                </a:lnTo>
                <a:cubicBezTo>
                  <a:pt x="0" y="31444"/>
                  <a:pt x="31444" y="0"/>
                  <a:pt x="702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7CBCB17B-2DEF-1ACB-A950-7A0095C16F7D}"/>
              </a:ext>
            </a:extLst>
          </p:cNvPr>
          <p:cNvSpPr/>
          <p:nvPr userDrawn="1"/>
        </p:nvSpPr>
        <p:spPr>
          <a:xfrm>
            <a:off x="8457794" y="5227"/>
            <a:ext cx="686207" cy="1378976"/>
          </a:xfrm>
          <a:custGeom>
            <a:avLst/>
            <a:gdLst>
              <a:gd name="connsiteX0" fmla="*/ 0 w 914942"/>
              <a:gd name="connsiteY0" fmla="*/ 0 h 1838635"/>
              <a:gd name="connsiteX1" fmla="*/ 914942 w 914942"/>
              <a:gd name="connsiteY1" fmla="*/ 0 h 1838635"/>
              <a:gd name="connsiteX2" fmla="*/ 914942 w 914942"/>
              <a:gd name="connsiteY2" fmla="*/ 1838635 h 1838635"/>
              <a:gd name="connsiteX3" fmla="*/ 70232 w 914942"/>
              <a:gd name="connsiteY3" fmla="*/ 1838635 h 1838635"/>
              <a:gd name="connsiteX4" fmla="*/ 0 w 914942"/>
              <a:gd name="connsiteY4" fmla="*/ 1768403 h 183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942" h="1838635">
                <a:moveTo>
                  <a:pt x="0" y="0"/>
                </a:moveTo>
                <a:lnTo>
                  <a:pt x="914942" y="0"/>
                </a:lnTo>
                <a:lnTo>
                  <a:pt x="914942" y="1838635"/>
                </a:lnTo>
                <a:lnTo>
                  <a:pt x="70232" y="1838635"/>
                </a:lnTo>
                <a:cubicBezTo>
                  <a:pt x="31444" y="1838635"/>
                  <a:pt x="0" y="1807191"/>
                  <a:pt x="0" y="176840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232823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22AC49-385B-242B-E42C-29CD4E6D6954}"/>
              </a:ext>
            </a:extLst>
          </p:cNvPr>
          <p:cNvSpPr/>
          <p:nvPr userDrawn="1"/>
        </p:nvSpPr>
        <p:spPr>
          <a:xfrm>
            <a:off x="6942296" y="1050274"/>
            <a:ext cx="2080260" cy="2019300"/>
          </a:xfrm>
          <a:prstGeom prst="roundRect">
            <a:avLst>
              <a:gd name="adj" fmla="val 3459"/>
            </a:avLst>
          </a:prstGeom>
          <a:gradFill>
            <a:gsLst>
              <a:gs pos="56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E9B444A-43B3-8BAE-FD92-2AEB7C67374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49680" y="0"/>
            <a:ext cx="2072878" cy="907019"/>
          </a:xfrm>
          <a:custGeom>
            <a:avLst/>
            <a:gdLst>
              <a:gd name="connsiteX0" fmla="*/ 0 w 2763837"/>
              <a:gd name="connsiteY0" fmla="*/ 0 h 1209358"/>
              <a:gd name="connsiteX1" fmla="*/ 2763837 w 2763837"/>
              <a:gd name="connsiteY1" fmla="*/ 0 h 1209358"/>
              <a:gd name="connsiteX2" fmla="*/ 2763837 w 2763837"/>
              <a:gd name="connsiteY2" fmla="*/ 1142557 h 1209358"/>
              <a:gd name="connsiteX3" fmla="*/ 2697036 w 2763837"/>
              <a:gd name="connsiteY3" fmla="*/ 1209358 h 1209358"/>
              <a:gd name="connsiteX4" fmla="*/ 66801 w 2763837"/>
              <a:gd name="connsiteY4" fmla="*/ 1209358 h 1209358"/>
              <a:gd name="connsiteX5" fmla="*/ 0 w 2763837"/>
              <a:gd name="connsiteY5" fmla="*/ 1142557 h 1209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3837" h="1209358">
                <a:moveTo>
                  <a:pt x="0" y="0"/>
                </a:moveTo>
                <a:lnTo>
                  <a:pt x="2763837" y="0"/>
                </a:lnTo>
                <a:lnTo>
                  <a:pt x="2763837" y="1142557"/>
                </a:lnTo>
                <a:cubicBezTo>
                  <a:pt x="2763837" y="1179450"/>
                  <a:pt x="2733929" y="1209358"/>
                  <a:pt x="2697036" y="1209358"/>
                </a:cubicBezTo>
                <a:lnTo>
                  <a:pt x="66801" y="1209358"/>
                </a:lnTo>
                <a:cubicBezTo>
                  <a:pt x="29908" y="1209358"/>
                  <a:pt x="0" y="1179450"/>
                  <a:pt x="0" y="1142557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750" dirty="0" smtClean="0"/>
            </a:lvl1pPr>
          </a:lstStyle>
          <a:p>
            <a:pPr marR="0" lvl="0" algn="ctr" fontAlgn="auto">
              <a:buClrTx/>
              <a:tabLst/>
            </a:pPr>
            <a:r>
              <a:rPr lang="en-US"/>
              <a:t>Click to Insert Picture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CA93E57-E6C3-8DC7-22AB-CB22F1BF9A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49680" y="3276600"/>
            <a:ext cx="2072878" cy="1866900"/>
          </a:xfrm>
          <a:custGeom>
            <a:avLst/>
            <a:gdLst>
              <a:gd name="connsiteX0" fmla="*/ 66801 w 2763837"/>
              <a:gd name="connsiteY0" fmla="*/ 0 h 2489200"/>
              <a:gd name="connsiteX1" fmla="*/ 2697036 w 2763837"/>
              <a:gd name="connsiteY1" fmla="*/ 0 h 2489200"/>
              <a:gd name="connsiteX2" fmla="*/ 2763837 w 2763837"/>
              <a:gd name="connsiteY2" fmla="*/ 66801 h 2489200"/>
              <a:gd name="connsiteX3" fmla="*/ 2763837 w 2763837"/>
              <a:gd name="connsiteY3" fmla="*/ 2489200 h 2489200"/>
              <a:gd name="connsiteX4" fmla="*/ 0 w 2763837"/>
              <a:gd name="connsiteY4" fmla="*/ 2489200 h 2489200"/>
              <a:gd name="connsiteX5" fmla="*/ 0 w 2763837"/>
              <a:gd name="connsiteY5" fmla="*/ 66801 h 2489200"/>
              <a:gd name="connsiteX6" fmla="*/ 66801 w 2763837"/>
              <a:gd name="connsiteY6" fmla="*/ 0 h 248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3837" h="2489200">
                <a:moveTo>
                  <a:pt x="66801" y="0"/>
                </a:moveTo>
                <a:lnTo>
                  <a:pt x="2697036" y="0"/>
                </a:lnTo>
                <a:cubicBezTo>
                  <a:pt x="2733929" y="0"/>
                  <a:pt x="2763837" y="29908"/>
                  <a:pt x="2763837" y="66801"/>
                </a:cubicBezTo>
                <a:lnTo>
                  <a:pt x="2763837" y="2489200"/>
                </a:lnTo>
                <a:lnTo>
                  <a:pt x="0" y="2489200"/>
                </a:lnTo>
                <a:lnTo>
                  <a:pt x="0" y="66801"/>
                </a:lnTo>
                <a:cubicBezTo>
                  <a:pt x="0" y="29908"/>
                  <a:pt x="29908" y="0"/>
                  <a:pt x="66801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750" dirty="0" smtClean="0"/>
            </a:lvl1pPr>
          </a:lstStyle>
          <a:p>
            <a:pPr marR="0" lvl="0" algn="ctr" fontAlgn="auto">
              <a:buClrTx/>
              <a:tabLst/>
            </a:pPr>
            <a:r>
              <a:rPr lang="en-US"/>
              <a:t>Click to Insert Picture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A973249-9EF8-AE6A-0CA7-390D1102D4D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157164" y="0"/>
            <a:ext cx="3647399" cy="2823359"/>
          </a:xfrm>
          <a:custGeom>
            <a:avLst/>
            <a:gdLst>
              <a:gd name="connsiteX0" fmla="*/ 0 w 4863198"/>
              <a:gd name="connsiteY0" fmla="*/ 0 h 3764478"/>
              <a:gd name="connsiteX1" fmla="*/ 4863198 w 4863198"/>
              <a:gd name="connsiteY1" fmla="*/ 0 h 3764478"/>
              <a:gd name="connsiteX2" fmla="*/ 4863198 w 4863198"/>
              <a:gd name="connsiteY2" fmla="*/ 3700618 h 3764478"/>
              <a:gd name="connsiteX3" fmla="*/ 4797462 w 4863198"/>
              <a:gd name="connsiteY3" fmla="*/ 3764478 h 3764478"/>
              <a:gd name="connsiteX4" fmla="*/ 65736 w 4863198"/>
              <a:gd name="connsiteY4" fmla="*/ 3764478 h 3764478"/>
              <a:gd name="connsiteX5" fmla="*/ 0 w 4863198"/>
              <a:gd name="connsiteY5" fmla="*/ 3700618 h 3764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63198" h="3764478">
                <a:moveTo>
                  <a:pt x="0" y="0"/>
                </a:moveTo>
                <a:lnTo>
                  <a:pt x="4863198" y="0"/>
                </a:lnTo>
                <a:lnTo>
                  <a:pt x="4863198" y="3700618"/>
                </a:lnTo>
                <a:cubicBezTo>
                  <a:pt x="4863198" y="3735887"/>
                  <a:pt x="4833767" y="3764478"/>
                  <a:pt x="4797462" y="3764478"/>
                </a:cubicBezTo>
                <a:lnTo>
                  <a:pt x="65736" y="3764478"/>
                </a:lnTo>
                <a:cubicBezTo>
                  <a:pt x="29431" y="3764478"/>
                  <a:pt x="0" y="3735887"/>
                  <a:pt x="0" y="3700618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750"/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EE3154-524A-1C1F-4982-AD8C3DBBAD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157163" y="2981697"/>
            <a:ext cx="3646065" cy="2161803"/>
          </a:xfrm>
          <a:custGeom>
            <a:avLst/>
            <a:gdLst>
              <a:gd name="connsiteX0" fmla="*/ 68743 w 4861420"/>
              <a:gd name="connsiteY0" fmla="*/ 0 h 2882404"/>
              <a:gd name="connsiteX1" fmla="*/ 4792677 w 4861420"/>
              <a:gd name="connsiteY1" fmla="*/ 0 h 2882404"/>
              <a:gd name="connsiteX2" fmla="*/ 4861420 w 4861420"/>
              <a:gd name="connsiteY2" fmla="*/ 68743 h 2882404"/>
              <a:gd name="connsiteX3" fmla="*/ 4858256 w 4861420"/>
              <a:gd name="connsiteY3" fmla="*/ 2882404 h 2882404"/>
              <a:gd name="connsiteX4" fmla="*/ 0 w 4861420"/>
              <a:gd name="connsiteY4" fmla="*/ 2882404 h 2882404"/>
              <a:gd name="connsiteX5" fmla="*/ 0 w 4861420"/>
              <a:gd name="connsiteY5" fmla="*/ 68743 h 2882404"/>
              <a:gd name="connsiteX6" fmla="*/ 68743 w 4861420"/>
              <a:gd name="connsiteY6" fmla="*/ 0 h 2882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1420" h="2882404">
                <a:moveTo>
                  <a:pt x="68743" y="0"/>
                </a:moveTo>
                <a:lnTo>
                  <a:pt x="4792677" y="0"/>
                </a:lnTo>
                <a:cubicBezTo>
                  <a:pt x="4830643" y="0"/>
                  <a:pt x="4861420" y="30777"/>
                  <a:pt x="4861420" y="68743"/>
                </a:cubicBezTo>
                <a:lnTo>
                  <a:pt x="4858256" y="2882404"/>
                </a:lnTo>
                <a:lnTo>
                  <a:pt x="0" y="2882404"/>
                </a:lnTo>
                <a:lnTo>
                  <a:pt x="0" y="68743"/>
                </a:lnTo>
                <a:cubicBezTo>
                  <a:pt x="0" y="30777"/>
                  <a:pt x="30777" y="0"/>
                  <a:pt x="68743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750"/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CE04FBF-0EE5-F47E-C4A9-3E6D908EB7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49680" y="1165860"/>
            <a:ext cx="1950482" cy="1958579"/>
          </a:xfrm>
          <a:prstGeom prst="roundRect">
            <a:avLst>
              <a:gd name="adj" fmla="val 2558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750" dirty="0" smtClean="0"/>
            </a:lvl1pPr>
          </a:lstStyle>
          <a:p>
            <a:pPr marR="0" lvl="0" algn="ctr" fontAlgn="auto">
              <a:buClrTx/>
              <a:tabLst/>
            </a:pPr>
            <a:r>
              <a:rPr lang="en-US"/>
              <a:t>Click to Insert Picture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85D021A-7635-0E2A-FE99-4AE8E6897D7C}"/>
              </a:ext>
            </a:extLst>
          </p:cNvPr>
          <p:cNvSpPr/>
          <p:nvPr userDrawn="1"/>
        </p:nvSpPr>
        <p:spPr>
          <a:xfrm>
            <a:off x="3259779" y="-28850"/>
            <a:ext cx="3411187" cy="2743200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6E8B0-9E53-C5CB-2EC0-C81D8EFA4D5E}"/>
              </a:ext>
            </a:extLst>
          </p:cNvPr>
          <p:cNvSpPr/>
          <p:nvPr userDrawn="1"/>
        </p:nvSpPr>
        <p:spPr>
          <a:xfrm>
            <a:off x="3277591" y="3077193"/>
            <a:ext cx="3393374" cy="2066307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09EDEE-5E69-215F-F3E3-34F1E6A8A841}"/>
              </a:ext>
            </a:extLst>
          </p:cNvPr>
          <p:cNvSpPr/>
          <p:nvPr userDrawn="1"/>
        </p:nvSpPr>
        <p:spPr>
          <a:xfrm>
            <a:off x="7056121" y="2"/>
            <a:ext cx="1440180" cy="799147"/>
          </a:xfrm>
          <a:prstGeom prst="roundRect">
            <a:avLst>
              <a:gd name="adj" fmla="val 7143"/>
            </a:avLst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C6D2E9-E89D-4520-62BF-C4928A39C085}"/>
              </a:ext>
            </a:extLst>
          </p:cNvPr>
          <p:cNvSpPr/>
          <p:nvPr userDrawn="1"/>
        </p:nvSpPr>
        <p:spPr>
          <a:xfrm>
            <a:off x="7056121" y="1543052"/>
            <a:ext cx="1440180" cy="1484947"/>
          </a:xfrm>
          <a:prstGeom prst="roundRect">
            <a:avLst>
              <a:gd name="adj" fmla="val 4732"/>
            </a:avLst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13092E-6A54-CBD5-F096-254F2EA4DDF3}"/>
              </a:ext>
            </a:extLst>
          </p:cNvPr>
          <p:cNvSpPr/>
          <p:nvPr userDrawn="1"/>
        </p:nvSpPr>
        <p:spPr>
          <a:xfrm>
            <a:off x="7056121" y="3459480"/>
            <a:ext cx="1897380" cy="1684020"/>
          </a:xfrm>
          <a:prstGeom prst="rect">
            <a:avLst/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2305698-8432-4DF0-AABA-8046F37D2E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7" y="1154151"/>
            <a:ext cx="2449681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FBD529B2-C2D1-EE09-A6DB-F6E0A94E6B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7" y="2882555"/>
            <a:ext cx="2449681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tx2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201162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761CE3-CB2A-532B-58DD-E9BA0920125F}"/>
              </a:ext>
            </a:extLst>
          </p:cNvPr>
          <p:cNvSpPr/>
          <p:nvPr userDrawn="1"/>
        </p:nvSpPr>
        <p:spPr>
          <a:xfrm>
            <a:off x="7986532" y="122873"/>
            <a:ext cx="1041722" cy="1387623"/>
          </a:xfrm>
          <a:prstGeom prst="roundRect">
            <a:avLst>
              <a:gd name="adj" fmla="val 108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5DA9029-D980-667A-EB67-DB9EE2F56027}"/>
              </a:ext>
            </a:extLst>
          </p:cNvPr>
          <p:cNvSpPr/>
          <p:nvPr userDrawn="1"/>
        </p:nvSpPr>
        <p:spPr>
          <a:xfrm>
            <a:off x="7986532" y="1632575"/>
            <a:ext cx="1041722" cy="2560898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03B0FD4-292A-53AE-4D68-B05D44D5B739}"/>
              </a:ext>
            </a:extLst>
          </p:cNvPr>
          <p:cNvSpPr/>
          <p:nvPr userDrawn="1"/>
        </p:nvSpPr>
        <p:spPr>
          <a:xfrm>
            <a:off x="7986532" y="4315549"/>
            <a:ext cx="1041722" cy="7281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ACFF613-C73E-7040-4218-26F823C89AF6}"/>
              </a:ext>
            </a:extLst>
          </p:cNvPr>
          <p:cNvSpPr>
            <a:spLocks noChangeAspect="1"/>
          </p:cNvSpPr>
          <p:nvPr userDrawn="1"/>
        </p:nvSpPr>
        <p:spPr>
          <a:xfrm>
            <a:off x="4943488" y="122874"/>
            <a:ext cx="2915227" cy="2915227"/>
          </a:xfrm>
          <a:prstGeom prst="roundRect">
            <a:avLst>
              <a:gd name="adj" fmla="val 3668"/>
            </a:avLst>
          </a:prstGeom>
          <a:gradFill>
            <a:gsLst>
              <a:gs pos="100000">
                <a:schemeClr val="accent1"/>
              </a:gs>
              <a:gs pos="56000">
                <a:schemeClr val="bg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EB4381C1-17DC-F54B-63CA-1C845B66E1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931" y="260530"/>
            <a:ext cx="3549925" cy="3549925"/>
          </a:xfrm>
          <a:prstGeom prst="roundRect">
            <a:avLst>
              <a:gd name="adj" fmla="val 1697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98957D-99A5-7C1D-073F-11DB1696F91C}"/>
              </a:ext>
            </a:extLst>
          </p:cNvPr>
          <p:cNvSpPr>
            <a:spLocks noChangeAspect="1"/>
          </p:cNvSpPr>
          <p:nvPr userDrawn="1"/>
        </p:nvSpPr>
        <p:spPr>
          <a:xfrm>
            <a:off x="5821047" y="3950538"/>
            <a:ext cx="2037668" cy="1047040"/>
          </a:xfrm>
          <a:prstGeom prst="roundRect">
            <a:avLst>
              <a:gd name="adj" fmla="val 12735"/>
            </a:avLst>
          </a:prstGeom>
          <a:gradFill>
            <a:gsLst>
              <a:gs pos="100000">
                <a:schemeClr val="accent3"/>
              </a:gs>
              <a:gs pos="56000">
                <a:schemeClr val="bg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9E8F1FB2-FD5D-1EE3-B109-EDB8BA87D175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177931" y="4060158"/>
            <a:ext cx="3571626" cy="983511"/>
          </a:xfrm>
          <a:prstGeom prst="roundRect">
            <a:avLst>
              <a:gd name="adj" fmla="val 6949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6318D1F-82BA-A55B-639D-5892F3942399}"/>
              </a:ext>
            </a:extLst>
          </p:cNvPr>
          <p:cNvSpPr>
            <a:spLocks noChangeAspect="1"/>
          </p:cNvSpPr>
          <p:nvPr userDrawn="1"/>
        </p:nvSpPr>
        <p:spPr>
          <a:xfrm>
            <a:off x="1931953" y="3950538"/>
            <a:ext cx="2037668" cy="1047040"/>
          </a:xfrm>
          <a:prstGeom prst="roundRect">
            <a:avLst>
              <a:gd name="adj" fmla="val 12735"/>
            </a:avLst>
          </a:prstGeom>
          <a:gradFill>
            <a:gsLst>
              <a:gs pos="100000">
                <a:schemeClr val="accent5"/>
              </a:gs>
              <a:gs pos="56000">
                <a:schemeClr val="bg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B772F7CB-49A8-922E-0141-7B4140C6BEF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288837" y="4060158"/>
            <a:ext cx="3571626" cy="983511"/>
          </a:xfrm>
          <a:prstGeom prst="roundRect">
            <a:avLst>
              <a:gd name="adj" fmla="val 6949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7FE7357B-D121-58FA-6256-1FFD9C991004}"/>
              </a:ext>
            </a:extLst>
          </p:cNvPr>
          <p:cNvSpPr/>
          <p:nvPr userDrawn="1"/>
        </p:nvSpPr>
        <p:spPr>
          <a:xfrm>
            <a:off x="4311144" y="963593"/>
            <a:ext cx="3120310" cy="2742090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12D843-CF55-0B4B-0517-53FF9B59A9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7" y="1154151"/>
            <a:ext cx="3538137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C05B64C-2BFC-8138-5749-B260E7E0A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7" y="2882555"/>
            <a:ext cx="3538137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tx2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1145970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761CE3-CB2A-532B-58DD-E9BA0920125F}"/>
              </a:ext>
            </a:extLst>
          </p:cNvPr>
          <p:cNvSpPr/>
          <p:nvPr userDrawn="1"/>
        </p:nvSpPr>
        <p:spPr>
          <a:xfrm>
            <a:off x="7986532" y="122873"/>
            <a:ext cx="1041722" cy="1387623"/>
          </a:xfrm>
          <a:prstGeom prst="roundRect">
            <a:avLst>
              <a:gd name="adj" fmla="val 1083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5DA9029-D980-667A-EB67-DB9EE2F56027}"/>
              </a:ext>
            </a:extLst>
          </p:cNvPr>
          <p:cNvSpPr/>
          <p:nvPr userDrawn="1"/>
        </p:nvSpPr>
        <p:spPr>
          <a:xfrm>
            <a:off x="7986532" y="1632575"/>
            <a:ext cx="1041722" cy="2560898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03B0FD4-292A-53AE-4D68-B05D44D5B739}"/>
              </a:ext>
            </a:extLst>
          </p:cNvPr>
          <p:cNvSpPr/>
          <p:nvPr userDrawn="1"/>
        </p:nvSpPr>
        <p:spPr>
          <a:xfrm>
            <a:off x="7986532" y="4315549"/>
            <a:ext cx="1041722" cy="7281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ACFF613-C73E-7040-4218-26F823C89AF6}"/>
              </a:ext>
            </a:extLst>
          </p:cNvPr>
          <p:cNvSpPr>
            <a:spLocks noChangeAspect="1"/>
          </p:cNvSpPr>
          <p:nvPr userDrawn="1"/>
        </p:nvSpPr>
        <p:spPr>
          <a:xfrm>
            <a:off x="4943488" y="122874"/>
            <a:ext cx="2915227" cy="2915227"/>
          </a:xfrm>
          <a:prstGeom prst="roundRect">
            <a:avLst>
              <a:gd name="adj" fmla="val 3668"/>
            </a:avLst>
          </a:prstGeom>
          <a:gradFill>
            <a:gsLst>
              <a:gs pos="100000">
                <a:schemeClr val="bg1"/>
              </a:gs>
              <a:gs pos="56000">
                <a:schemeClr val="bg1"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EB4381C1-17DC-F54B-63CA-1C845B66E1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931" y="260530"/>
            <a:ext cx="3549925" cy="3549925"/>
          </a:xfrm>
          <a:prstGeom prst="roundRect">
            <a:avLst>
              <a:gd name="adj" fmla="val 1697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98957D-99A5-7C1D-073F-11DB1696F91C}"/>
              </a:ext>
            </a:extLst>
          </p:cNvPr>
          <p:cNvSpPr>
            <a:spLocks noChangeAspect="1"/>
          </p:cNvSpPr>
          <p:nvPr userDrawn="1"/>
        </p:nvSpPr>
        <p:spPr>
          <a:xfrm>
            <a:off x="5821047" y="3950538"/>
            <a:ext cx="2037668" cy="1047040"/>
          </a:xfrm>
          <a:prstGeom prst="roundRect">
            <a:avLst>
              <a:gd name="adj" fmla="val 12735"/>
            </a:avLst>
          </a:prstGeom>
          <a:gradFill>
            <a:gsLst>
              <a:gs pos="100000">
                <a:schemeClr val="accent3"/>
              </a:gs>
              <a:gs pos="56000">
                <a:schemeClr val="accent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9E8F1FB2-FD5D-1EE3-B109-EDB8BA87D175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177931" y="4060158"/>
            <a:ext cx="3571626" cy="983511"/>
          </a:xfrm>
          <a:prstGeom prst="roundRect">
            <a:avLst>
              <a:gd name="adj" fmla="val 6949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6318D1F-82BA-A55B-639D-5892F3942399}"/>
              </a:ext>
            </a:extLst>
          </p:cNvPr>
          <p:cNvSpPr>
            <a:spLocks noChangeAspect="1"/>
          </p:cNvSpPr>
          <p:nvPr userDrawn="1"/>
        </p:nvSpPr>
        <p:spPr>
          <a:xfrm>
            <a:off x="1931953" y="3950538"/>
            <a:ext cx="2037668" cy="1047040"/>
          </a:xfrm>
          <a:prstGeom prst="roundRect">
            <a:avLst>
              <a:gd name="adj" fmla="val 12735"/>
            </a:avLst>
          </a:prstGeom>
          <a:gradFill>
            <a:gsLst>
              <a:gs pos="100000">
                <a:schemeClr val="accent5"/>
              </a:gs>
              <a:gs pos="56000">
                <a:schemeClr val="accent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B772F7CB-49A8-922E-0141-7B4140C6BEF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288837" y="4060158"/>
            <a:ext cx="3571626" cy="983511"/>
          </a:xfrm>
          <a:prstGeom prst="roundRect">
            <a:avLst>
              <a:gd name="adj" fmla="val 6949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114BFB6-3F40-05D7-18E9-B8080810A665}"/>
              </a:ext>
            </a:extLst>
          </p:cNvPr>
          <p:cNvSpPr/>
          <p:nvPr userDrawn="1"/>
        </p:nvSpPr>
        <p:spPr>
          <a:xfrm>
            <a:off x="4311144" y="963593"/>
            <a:ext cx="3120310" cy="2742090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97CF99-F29E-6969-DAA7-C176BEB63F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7" y="1154151"/>
            <a:ext cx="3538137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2DDFC4E-CF5C-5028-2FC6-F3AEBCC5B1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7" y="2882555"/>
            <a:ext cx="3538137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bg1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2965132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6, exam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B742A5-5244-4DFF-A4DF-D2D21AD79E52}"/>
              </a:ext>
            </a:extLst>
          </p:cNvPr>
          <p:cNvSpPr>
            <a:spLocks noChangeAspect="1"/>
          </p:cNvSpPr>
          <p:nvPr userDrawn="1"/>
        </p:nvSpPr>
        <p:spPr>
          <a:xfrm>
            <a:off x="6955974" y="1259488"/>
            <a:ext cx="2011066" cy="2011066"/>
          </a:xfrm>
          <a:prstGeom prst="roundRect">
            <a:avLst>
              <a:gd name="adj" fmla="val 3668"/>
            </a:avLst>
          </a:prstGeom>
          <a:gradFill>
            <a:gsLst>
              <a:gs pos="100000">
                <a:schemeClr val="accent2"/>
              </a:gs>
              <a:gs pos="55000">
                <a:schemeClr val="accent2"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3" name="Picture Placeholder 8">
            <a:extLst>
              <a:ext uri="{FF2B5EF4-FFF2-40B4-BE49-F238E27FC236}">
                <a16:creationId xmlns:a16="http://schemas.microsoft.com/office/drawing/2014/main" id="{3C7AF0CB-AE33-0307-5B4C-2B723B01C8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39423" y="1355608"/>
            <a:ext cx="2011066" cy="2011066"/>
          </a:xfrm>
          <a:prstGeom prst="roundRect">
            <a:avLst>
              <a:gd name="adj" fmla="val 4732"/>
            </a:avLst>
          </a:prstGeom>
        </p:spPr>
      </p:pic>
      <p:pic>
        <p:nvPicPr>
          <p:cNvPr id="10" name="Picture Placeholder 48" descr="A rooftop of a building with a sunset in the background&#10;&#10;Description automatically generated">
            <a:extLst>
              <a:ext uri="{FF2B5EF4-FFF2-40B4-BE49-F238E27FC236}">
                <a16:creationId xmlns:a16="http://schemas.microsoft.com/office/drawing/2014/main" id="{2F8E5B53-9116-CF14-013D-4FA09C1A89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1438" y="169280"/>
            <a:ext cx="3549925" cy="2834352"/>
          </a:xfrm>
          <a:prstGeom prst="roundRect">
            <a:avLst>
              <a:gd name="adj" fmla="val 1424"/>
            </a:avLst>
          </a:prstGeom>
        </p:spPr>
      </p:pic>
      <p:pic>
        <p:nvPicPr>
          <p:cNvPr id="11" name="Picture Placeholder 50" descr="A couple of white and black machines&#10;&#10;Description automatically generated">
            <a:extLst>
              <a:ext uri="{FF2B5EF4-FFF2-40B4-BE49-F238E27FC236}">
                <a16:creationId xmlns:a16="http://schemas.microsoft.com/office/drawing/2014/main" id="{A2DD5A1C-0BF6-8910-FBAC-477C6F4567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39423" y="3517180"/>
            <a:ext cx="2127617" cy="1457042"/>
          </a:xfrm>
          <a:prstGeom prst="roundRect">
            <a:avLst>
              <a:gd name="adj" fmla="val 6312"/>
            </a:avLst>
          </a:prstGeom>
          <a:solidFill>
            <a:schemeClr val="accent1"/>
          </a:solidFill>
        </p:spPr>
      </p:pic>
      <p:pic>
        <p:nvPicPr>
          <p:cNvPr id="12" name="Picture Placeholder 54" descr="A white house with a roof&#10;&#10;Description automatically generated">
            <a:extLst>
              <a:ext uri="{FF2B5EF4-FFF2-40B4-BE49-F238E27FC236}">
                <a16:creationId xmlns:a16="http://schemas.microsoft.com/office/drawing/2014/main" id="{33296478-F640-BE0B-DFC1-36EEEE08BC3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39423" y="169279"/>
            <a:ext cx="2127617" cy="959253"/>
          </a:xfrm>
          <a:prstGeom prst="roundRect">
            <a:avLst>
              <a:gd name="adj" fmla="val 8803"/>
            </a:avLst>
          </a:prstGeom>
        </p:spPr>
      </p:pic>
      <p:pic>
        <p:nvPicPr>
          <p:cNvPr id="13" name="Picture Placeholder 52" descr="A group of people in a library&#10;&#10;Description automatically generated">
            <a:extLst>
              <a:ext uri="{FF2B5EF4-FFF2-40B4-BE49-F238E27FC236}">
                <a16:creationId xmlns:a16="http://schemas.microsoft.com/office/drawing/2014/main" id="{48286E0C-516A-180A-65B3-DB50799E1F1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1438" y="3142528"/>
            <a:ext cx="3549925" cy="1814333"/>
          </a:xfrm>
          <a:prstGeom prst="roundRect">
            <a:avLst>
              <a:gd name="adj" fmla="val 2681"/>
            </a:avLst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E81C29FA-97EC-CBDB-9E4E-661ECB87BF8A}"/>
              </a:ext>
            </a:extLst>
          </p:cNvPr>
          <p:cNvSpPr/>
          <p:nvPr userDrawn="1"/>
        </p:nvSpPr>
        <p:spPr>
          <a:xfrm>
            <a:off x="6955972" y="1692799"/>
            <a:ext cx="1795376" cy="1577754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EBBA78A-6F20-9038-9268-9E894F56360D}"/>
              </a:ext>
            </a:extLst>
          </p:cNvPr>
          <p:cNvSpPr/>
          <p:nvPr userDrawn="1"/>
        </p:nvSpPr>
        <p:spPr>
          <a:xfrm>
            <a:off x="3142641" y="129026"/>
            <a:ext cx="3411187" cy="2743200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77F9636-282C-4E6C-7217-AB2C3FA33640}"/>
              </a:ext>
            </a:extLst>
          </p:cNvPr>
          <p:cNvSpPr/>
          <p:nvPr userDrawn="1"/>
        </p:nvSpPr>
        <p:spPr>
          <a:xfrm>
            <a:off x="6927116" y="269077"/>
            <a:ext cx="1440180" cy="799147"/>
          </a:xfrm>
          <a:prstGeom prst="roundRect">
            <a:avLst>
              <a:gd name="adj" fmla="val 7143"/>
            </a:avLst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618C61B-274D-49E1-D812-A9D952DB35F2}"/>
              </a:ext>
            </a:extLst>
          </p:cNvPr>
          <p:cNvSpPr/>
          <p:nvPr userDrawn="1"/>
        </p:nvSpPr>
        <p:spPr>
          <a:xfrm>
            <a:off x="3142641" y="2786492"/>
            <a:ext cx="3411187" cy="2066307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D892994-353B-08BA-72BB-DBDB1BAE82C0}"/>
              </a:ext>
            </a:extLst>
          </p:cNvPr>
          <p:cNvSpPr/>
          <p:nvPr userDrawn="1"/>
        </p:nvSpPr>
        <p:spPr>
          <a:xfrm>
            <a:off x="6947930" y="3257953"/>
            <a:ext cx="1440180" cy="1592318"/>
          </a:xfrm>
          <a:prstGeom prst="roundRect">
            <a:avLst>
              <a:gd name="adj" fmla="val 4732"/>
            </a:avLst>
          </a:pr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D28D6C-15FE-B64E-3C7D-56896C02EA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7" y="1154151"/>
            <a:ext cx="2449681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B1ADBED-342B-5227-4B69-DC0EA1995F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7" y="2882555"/>
            <a:ext cx="2449681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tx2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570221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EB4381C1-17DC-F54B-63CA-1C845B66E1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21438" y="169280"/>
            <a:ext cx="3549925" cy="2834352"/>
          </a:xfrm>
          <a:prstGeom prst="roundRect">
            <a:avLst>
              <a:gd name="adj" fmla="val 1697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B742A5-5244-4DFF-A4DF-D2D21AD79E52}"/>
              </a:ext>
            </a:extLst>
          </p:cNvPr>
          <p:cNvSpPr>
            <a:spLocks noChangeAspect="1"/>
          </p:cNvSpPr>
          <p:nvPr userDrawn="1"/>
        </p:nvSpPr>
        <p:spPr>
          <a:xfrm>
            <a:off x="6955974" y="1259488"/>
            <a:ext cx="2011066" cy="2011066"/>
          </a:xfrm>
          <a:prstGeom prst="roundRect">
            <a:avLst>
              <a:gd name="adj" fmla="val 3668"/>
            </a:avLst>
          </a:prstGeom>
          <a:gradFill>
            <a:gsLst>
              <a:gs pos="100000">
                <a:schemeClr val="accent2"/>
              </a:gs>
              <a:gs pos="56000">
                <a:schemeClr val="accent2"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1B6F6073-251D-E508-EDC3-5029A218AC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9423" y="1355608"/>
            <a:ext cx="2011066" cy="2011066"/>
          </a:xfrm>
          <a:prstGeom prst="roundRect">
            <a:avLst>
              <a:gd name="adj" fmla="val 4287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81C29FA-97EC-CBDB-9E4E-661ECB87BF8A}"/>
              </a:ext>
            </a:extLst>
          </p:cNvPr>
          <p:cNvSpPr/>
          <p:nvPr userDrawn="1"/>
        </p:nvSpPr>
        <p:spPr>
          <a:xfrm>
            <a:off x="6955972" y="1692799"/>
            <a:ext cx="1795376" cy="1577754"/>
          </a:xfrm>
          <a:custGeom>
            <a:avLst/>
            <a:gdLst>
              <a:gd name="connsiteX0" fmla="*/ 0 w 5094514"/>
              <a:gd name="connsiteY0" fmla="*/ 0 h 4476997"/>
              <a:gd name="connsiteX1" fmla="*/ 5094514 w 5094514"/>
              <a:gd name="connsiteY1" fmla="*/ 0 h 4476997"/>
              <a:gd name="connsiteX2" fmla="*/ 5094514 w 5094514"/>
              <a:gd name="connsiteY2" fmla="*/ 4411685 h 4476997"/>
              <a:gd name="connsiteX3" fmla="*/ 5029202 w 5094514"/>
              <a:gd name="connsiteY3" fmla="*/ 4476997 h 4476997"/>
              <a:gd name="connsiteX4" fmla="*/ 65312 w 5094514"/>
              <a:gd name="connsiteY4" fmla="*/ 4476997 h 4476997"/>
              <a:gd name="connsiteX5" fmla="*/ 0 w 5094514"/>
              <a:gd name="connsiteY5" fmla="*/ 4411685 h 44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4514" h="4476997">
                <a:moveTo>
                  <a:pt x="0" y="0"/>
                </a:moveTo>
                <a:lnTo>
                  <a:pt x="5094514" y="0"/>
                </a:lnTo>
                <a:lnTo>
                  <a:pt x="5094514" y="4411685"/>
                </a:lnTo>
                <a:cubicBezTo>
                  <a:pt x="5094514" y="4447756"/>
                  <a:pt x="5065273" y="4476997"/>
                  <a:pt x="5029202" y="4476997"/>
                </a:cubicBezTo>
                <a:lnTo>
                  <a:pt x="65312" y="4476997"/>
                </a:lnTo>
                <a:cubicBezTo>
                  <a:pt x="29241" y="4476997"/>
                  <a:pt x="0" y="4447756"/>
                  <a:pt x="0" y="4411685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579B7F3-21DA-0244-7D1D-14DB88E3946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39423" y="3517180"/>
            <a:ext cx="2127617" cy="1457042"/>
          </a:xfrm>
          <a:prstGeom prst="roundRect">
            <a:avLst>
              <a:gd name="adj" fmla="val 5868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8E6B3BD-FC43-E80C-19CD-5F829AF389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39423" y="169279"/>
            <a:ext cx="2127617" cy="959253"/>
          </a:xfrm>
          <a:prstGeom prst="roundRect">
            <a:avLst>
              <a:gd name="adj" fmla="val 8937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9EEA72DC-89AA-D28C-ADCA-41EB21E6C00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21438" y="3142528"/>
            <a:ext cx="3549925" cy="1814333"/>
          </a:xfrm>
          <a:prstGeom prst="roundRect">
            <a:avLst>
              <a:gd name="adj" fmla="val 1697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17AA068-A3AA-2087-52EC-7FE527996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7" y="1154151"/>
            <a:ext cx="2449681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E52DE18-DA82-B3DF-0F30-95B8BD47C3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7" y="2882555"/>
            <a:ext cx="2449681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tx2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4075765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72ADC29-E364-7984-38E6-E9F154CC3C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11308" y="505575"/>
            <a:ext cx="6032693" cy="4132350"/>
          </a:xfrm>
          <a:custGeom>
            <a:avLst/>
            <a:gdLst>
              <a:gd name="connsiteX0" fmla="*/ 93501 w 8043590"/>
              <a:gd name="connsiteY0" fmla="*/ 0 h 5509800"/>
              <a:gd name="connsiteX1" fmla="*/ 8043590 w 8043590"/>
              <a:gd name="connsiteY1" fmla="*/ 0 h 5509800"/>
              <a:gd name="connsiteX2" fmla="*/ 8043590 w 8043590"/>
              <a:gd name="connsiteY2" fmla="*/ 5509800 h 5509800"/>
              <a:gd name="connsiteX3" fmla="*/ 93501 w 8043590"/>
              <a:gd name="connsiteY3" fmla="*/ 5509800 h 5509800"/>
              <a:gd name="connsiteX4" fmla="*/ 0 w 8043590"/>
              <a:gd name="connsiteY4" fmla="*/ 5416299 h 5509800"/>
              <a:gd name="connsiteX5" fmla="*/ 0 w 8043590"/>
              <a:gd name="connsiteY5" fmla="*/ 93501 h 5509800"/>
              <a:gd name="connsiteX6" fmla="*/ 93501 w 8043590"/>
              <a:gd name="connsiteY6" fmla="*/ 0 h 550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43590" h="5509800">
                <a:moveTo>
                  <a:pt x="93501" y="0"/>
                </a:moveTo>
                <a:lnTo>
                  <a:pt x="8043590" y="0"/>
                </a:lnTo>
                <a:lnTo>
                  <a:pt x="8043590" y="5509800"/>
                </a:lnTo>
                <a:lnTo>
                  <a:pt x="93501" y="5509800"/>
                </a:lnTo>
                <a:cubicBezTo>
                  <a:pt x="41862" y="5509800"/>
                  <a:pt x="0" y="5467938"/>
                  <a:pt x="0" y="5416299"/>
                </a:cubicBezTo>
                <a:lnTo>
                  <a:pt x="0" y="93501"/>
                </a:lnTo>
                <a:cubicBezTo>
                  <a:pt x="0" y="41862"/>
                  <a:pt x="41862" y="0"/>
                  <a:pt x="9350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50288F-6D3F-1E49-F857-E50824A808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7" y="1154151"/>
            <a:ext cx="2449681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C0A05FF-7D9F-4BF9-C888-75EDBF4D58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7" y="2882555"/>
            <a:ext cx="2449681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tx2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4162817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8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C130E1B-E7DF-956B-A1AC-CFE71EE2E411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0">
                <a:schemeClr val="accent5"/>
              </a:gs>
              <a:gs pos="2800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91001-436D-48D7-8C20-6487A8C4D4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327" y="1590569"/>
            <a:ext cx="6101305" cy="1417599"/>
          </a:xfrm>
        </p:spPr>
        <p:txBody>
          <a:bodyPr anchor="b">
            <a:noAutofit/>
          </a:bodyPr>
          <a:lstStyle>
            <a:lvl1pPr algn="l">
              <a:lnSpc>
                <a:spcPts val="3525"/>
              </a:lnSpc>
              <a:defRPr sz="3150">
                <a:solidFill>
                  <a:srgbClr val="0A2EF5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66469-C77E-852A-313B-A50ADF72BF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326" y="3316779"/>
            <a:ext cx="6101304" cy="60484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chemeClr val="tx2"/>
                </a:solidFill>
                <a:latin typeface="+mn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Subtitle Text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233B99-ACAA-A724-4614-1504E823B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938" y="288596"/>
            <a:ext cx="1084898" cy="43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8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497605"/>
            <a:ext cx="2654582" cy="692498"/>
          </a:xfrm>
        </p:spPr>
        <p:txBody>
          <a:bodyPr wrap="square" anchor="b">
            <a:noAutofit/>
          </a:bodyPr>
          <a:lstStyle>
            <a:lvl1pPr>
              <a:lnSpc>
                <a:spcPct val="100000"/>
              </a:lnSpc>
              <a:defRPr sz="45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C7CF484-A059-2476-E90F-EC7AAC378B25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05782" y="1560266"/>
            <a:ext cx="1866418" cy="2450363"/>
          </a:xfrm>
        </p:spPr>
        <p:txBody>
          <a:bodyPr>
            <a:noAutofit/>
          </a:bodyPr>
          <a:lstStyle>
            <a:lvl1pPr marL="0" indent="0">
              <a:lnSpc>
                <a:spcPts val="2775"/>
              </a:lnSpc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4A42FB9-BC50-A779-F486-558A7BCD5BB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83489" y="1560266"/>
            <a:ext cx="1866418" cy="2450363"/>
          </a:xfrm>
        </p:spPr>
        <p:txBody>
          <a:bodyPr>
            <a:noAutofit/>
          </a:bodyPr>
          <a:lstStyle>
            <a:lvl1pPr marL="0" indent="0">
              <a:lnSpc>
                <a:spcPts val="2775"/>
              </a:lnSpc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B71B11B-5003-834D-11A0-C1C89DE40E4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865945" y="1560266"/>
            <a:ext cx="353028" cy="2450363"/>
          </a:xfrm>
        </p:spPr>
        <p:txBody>
          <a:bodyPr>
            <a:noAutofit/>
          </a:bodyPr>
          <a:lstStyle>
            <a:lvl1pPr marL="0" indent="0">
              <a:lnSpc>
                <a:spcPts val="2775"/>
              </a:lnSpc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4E42385-8CDB-8AD5-C068-83CA420E0E2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43651" y="1560266"/>
            <a:ext cx="353028" cy="2450363"/>
          </a:xfrm>
        </p:spPr>
        <p:txBody>
          <a:bodyPr>
            <a:noAutofit/>
          </a:bodyPr>
          <a:lstStyle>
            <a:lvl1pPr marL="0" indent="0">
              <a:lnSpc>
                <a:spcPts val="2775"/>
              </a:lnSpc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#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3A39C0C2-7ADE-C48E-6F74-AADD8218C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55214"/>
            <a:ext cx="324695" cy="92333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1D749C5-6784-5EDC-DAF4-AA0CC3665EF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3483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BA05BF-C9E0-B72F-1D15-9B03E9016276}"/>
              </a:ext>
            </a:extLst>
          </p:cNvPr>
          <p:cNvSpPr txBox="1"/>
          <p:nvPr userDrawn="1"/>
        </p:nvSpPr>
        <p:spPr>
          <a:xfrm>
            <a:off x="3169131" y="4855214"/>
            <a:ext cx="2805742" cy="9233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59775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0" userDrawn="1">
          <p15:clr>
            <a:srgbClr val="FBAE40"/>
          </p15:clr>
        </p15:guide>
        <p15:guide id="2" pos="3888" userDrawn="1">
          <p15:clr>
            <a:srgbClr val="FBAE40"/>
          </p15:clr>
        </p15:guide>
        <p15:guide id="3" pos="4266" userDrawn="1">
          <p15:clr>
            <a:srgbClr val="FBAE40"/>
          </p15:clr>
        </p15:guide>
        <p15:guide id="4" pos="545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497605"/>
            <a:ext cx="2654582" cy="692498"/>
          </a:xfrm>
        </p:spPr>
        <p:txBody>
          <a:bodyPr wrap="square" anchor="b">
            <a:noAutofit/>
          </a:bodyPr>
          <a:lstStyle>
            <a:lvl1pPr>
              <a:lnSpc>
                <a:spcPct val="100000"/>
              </a:lnSpc>
              <a:defRPr sz="45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C7CF484-A059-2476-E90F-EC7AAC378B25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045352" y="1560266"/>
            <a:ext cx="2126847" cy="2450363"/>
          </a:xfrm>
        </p:spPr>
        <p:txBody>
          <a:bodyPr>
            <a:noAutofit/>
          </a:bodyPr>
          <a:lstStyle>
            <a:lvl1pPr marL="257168" indent="-257168">
              <a:lnSpc>
                <a:spcPts val="2775"/>
              </a:lnSpc>
              <a:buSzPct val="100000"/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4A42FB9-BC50-A779-F486-558A7BCD5BB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523058" y="1560266"/>
            <a:ext cx="2126847" cy="2450363"/>
          </a:xfrm>
        </p:spPr>
        <p:txBody>
          <a:bodyPr>
            <a:noAutofit/>
          </a:bodyPr>
          <a:lstStyle>
            <a:lvl1pPr marL="257168" indent="-257168">
              <a:lnSpc>
                <a:spcPts val="2775"/>
              </a:lnSpc>
              <a:buSzPct val="100000"/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14C61E2-4286-F222-D5FB-5E3BEFBFDD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FC283D35-4605-D04F-F18A-ABF041667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9ABB307-C25F-2257-FFC8-AC877D3EFE8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CD47F9-184A-F016-BECF-4F3FB66F6A68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15759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38" userDrawn="1">
          <p15:clr>
            <a:srgbClr val="FBAE40"/>
          </p15:clr>
        </p15:guide>
        <p15:guide id="2" pos="3888" userDrawn="1">
          <p15:clr>
            <a:srgbClr val="FBAE40"/>
          </p15:clr>
        </p15:guide>
        <p15:guide id="3" pos="5452" userDrawn="1">
          <p15:clr>
            <a:srgbClr val="FBAE40"/>
          </p15:clr>
        </p15:guide>
        <p15:guide id="4" pos="410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01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0AE9FDD-3EA0-A94B-9973-CBD6217DD4D0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8378762" cy="3045341"/>
          </a:xfrm>
        </p:spPr>
        <p:txBody>
          <a:bodyPr/>
          <a:lstStyle>
            <a:lvl1pPr marL="102392" indent="-102392">
              <a:buFont typeface="Arial" panose="020B0604020202020204" pitchFamily="34" charset="0"/>
              <a:buChar char="•"/>
              <a:tabLst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378762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A5137E4-9EE9-7D29-7AFF-3CD941E338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BE3D81B8-B3A0-3894-A241-A894C7201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A748D48-0238-BC81-B90F-E1709FFE8C0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AE7E998-017F-4845-2F6B-A2679C4FBE59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674228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02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0733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95293C-712B-EADF-471F-8D81C84B1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8407337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05F78-BE23-45ED-14CC-509B79AFEF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D8F9ADFA-E058-0482-9E83-24E4F9E74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5BBF5EC-9B65-6639-D053-6D34795E23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2DEF93-5700-DE39-DB7B-3FB153D3AADF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719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03">
    <p:bg>
      <p:bgPr>
        <a:gradFill>
          <a:gsLst>
            <a:gs pos="0">
              <a:schemeClr val="tx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5" y="431311"/>
            <a:ext cx="8357331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9DCD2C-A865-F69C-DE7E-82DCCAB9A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5" y="1405056"/>
            <a:ext cx="8357331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C0FBC-1CAC-05B6-CD69-5217338F3B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EC27D44A-B9A7-B075-4B03-61180E745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2A78BDE-370C-2338-F15F-A4B885201FF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68C203-98F9-3E69-7EEC-7CC34B899FD0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1343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04">
    <p:bg>
      <p:bgPr>
        <a:gradFill>
          <a:gsLst>
            <a:gs pos="0">
              <a:schemeClr val="accent3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5" y="431311"/>
            <a:ext cx="8378766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108123-2E20-8CCA-D639-FB5BC8D3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8378762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8041C-7BD5-4E8C-58DA-41A7B26AD6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6FE41958-B253-E836-1B51-20E00EE4E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46E673F-71AB-AF7E-2910-AEA18D181EE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758E57-7245-0394-E35D-F3AE0A182D4D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5702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05">
    <p:bg>
      <p:bgPr>
        <a:gradFill>
          <a:gsLst>
            <a:gs pos="0">
              <a:schemeClr val="accent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5" y="431311"/>
            <a:ext cx="837875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0C7258-383E-59F6-457C-643C6413E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8378762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968EEC-D539-7557-59D9-2A1FAAB4CD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6355ADE9-6A23-D5FD-D76B-ACB974F4C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D59B66-5957-8C12-5A94-5757173289F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DE2748-2E99-5E67-1AC7-5705ED9B05CC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173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06">
    <p:bg>
      <p:bgPr>
        <a:gradFill>
          <a:gsLst>
            <a:gs pos="0">
              <a:schemeClr val="accent4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364476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159D08-A7AB-8B2B-5119-7623A9E49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8364475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26DD9-01EB-C347-96F4-B16257DB80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53311006-32A0-8B0A-2287-0367C4DCB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CB4DEB4-418A-CAF2-E371-8860DE97D15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48320D-D90E-1540-5A24-469C3A8EA26F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39926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A8EC4F-2ADE-2147-F76A-234982EB9C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70000">
                <a:schemeClr val="accent1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6C6BD5-0217-DF93-F912-B69D353D443E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70000">
                <a:schemeClr val="accent1"/>
              </a:gs>
              <a:gs pos="100000">
                <a:schemeClr val="accent5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381127"/>
            <a:ext cx="6157341" cy="2286001"/>
          </a:xfrm>
        </p:spPr>
        <p:txBody>
          <a:bodyPr anchor="b">
            <a:noAutofit/>
          </a:bodyPr>
          <a:lstStyle>
            <a:lvl1pPr>
              <a:lnSpc>
                <a:spcPts val="5475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01938-F62B-90F9-49C2-7F200406A1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2328" y="4069080"/>
            <a:ext cx="6158885" cy="3291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0D92BD3E-1795-655C-F62B-DF6B267707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2326" y="230505"/>
            <a:ext cx="685800" cy="68389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575485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E8A2A-D446-5309-B132-2081E7C1977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70000">
                <a:schemeClr val="accent5"/>
              </a:gs>
              <a:gs pos="100000">
                <a:schemeClr val="bg1">
                  <a:alpha val="9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6C6BD5-0217-DF93-F912-B69D353D443E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70000">
                <a:schemeClr val="accent5"/>
              </a:gs>
              <a:gs pos="100000">
                <a:schemeClr val="bg1">
                  <a:alpha val="7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381127"/>
            <a:ext cx="6155798" cy="2286001"/>
          </a:xfrm>
        </p:spPr>
        <p:txBody>
          <a:bodyPr anchor="b">
            <a:noAutofit/>
          </a:bodyPr>
          <a:lstStyle>
            <a:lvl1pPr>
              <a:lnSpc>
                <a:spcPts val="5475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01938-F62B-90F9-49C2-7F200406A1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2327" y="4069080"/>
            <a:ext cx="6157341" cy="3291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0D92BD3E-1795-655C-F62B-DF6B267707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2326" y="230505"/>
            <a:ext cx="685800" cy="68389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3162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E8A2A-D446-5309-B132-2081E7C1977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70000">
                <a:schemeClr val="tx2"/>
              </a:gs>
              <a:gs pos="100000">
                <a:schemeClr val="accent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6C6BD5-0217-DF93-F912-B69D353D443E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70000">
                <a:schemeClr val="tx2"/>
              </a:gs>
              <a:gs pos="100000">
                <a:schemeClr val="accent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381127"/>
            <a:ext cx="6155798" cy="2286001"/>
          </a:xfrm>
        </p:spPr>
        <p:txBody>
          <a:bodyPr anchor="b">
            <a:noAutofit/>
          </a:bodyPr>
          <a:lstStyle>
            <a:lvl1pPr>
              <a:lnSpc>
                <a:spcPts val="5475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01938-F62B-90F9-49C2-7F200406A1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2327" y="4069080"/>
            <a:ext cx="6157341" cy="3291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0D92BD3E-1795-655C-F62B-DF6B267707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2326" y="230505"/>
            <a:ext cx="685800" cy="68389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346161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E8A2A-D446-5309-B132-2081E7C1977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70000">
                <a:schemeClr val="accent3"/>
              </a:gs>
              <a:gs pos="100000">
                <a:schemeClr val="accent2">
                  <a:alpha val="7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6C6BD5-0217-DF93-F912-B69D353D443E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70000">
                <a:schemeClr val="accent3"/>
              </a:gs>
              <a:gs pos="100000">
                <a:schemeClr val="accent2">
                  <a:alpha val="8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381127"/>
            <a:ext cx="6155798" cy="2286001"/>
          </a:xfrm>
        </p:spPr>
        <p:txBody>
          <a:bodyPr anchor="b">
            <a:noAutofit/>
          </a:bodyPr>
          <a:lstStyle>
            <a:lvl1pPr>
              <a:lnSpc>
                <a:spcPts val="5475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01938-F62B-90F9-49C2-7F200406A1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2327" y="4069080"/>
            <a:ext cx="6157341" cy="3291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0D92BD3E-1795-655C-F62B-DF6B267707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2326" y="230505"/>
            <a:ext cx="685800" cy="68389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958037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E8A2A-D446-5309-B132-2081E7C1977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70000">
                <a:schemeClr val="accent2"/>
              </a:gs>
              <a:gs pos="100000">
                <a:schemeClr val="bg1">
                  <a:alpha val="7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6C6BD5-0217-DF93-F912-B69D353D443E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70000">
                <a:schemeClr val="accent2"/>
              </a:gs>
              <a:gs pos="100000">
                <a:schemeClr val="bg1">
                  <a:alpha val="7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381127"/>
            <a:ext cx="6155798" cy="2286001"/>
          </a:xfrm>
        </p:spPr>
        <p:txBody>
          <a:bodyPr anchor="b">
            <a:noAutofit/>
          </a:bodyPr>
          <a:lstStyle>
            <a:lvl1pPr>
              <a:lnSpc>
                <a:spcPts val="5475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01938-F62B-90F9-49C2-7F200406A1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2327" y="4069080"/>
            <a:ext cx="6157341" cy="3291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0D92BD3E-1795-655C-F62B-DF6B267707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2326" y="230505"/>
            <a:ext cx="685800" cy="68389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248741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0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E8A2A-D446-5309-B132-2081E7C1977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70000">
                <a:schemeClr val="accent4"/>
              </a:gs>
              <a:gs pos="100000">
                <a:srgbClr val="F6F4F2">
                  <a:alpha val="90000"/>
                </a:srgb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6C6BD5-0217-DF93-F912-B69D353D443E}"/>
              </a:ext>
            </a:extLst>
          </p:cNvPr>
          <p:cNvSpPr/>
          <p:nvPr userDrawn="1"/>
        </p:nvSpPr>
        <p:spPr>
          <a:xfrm>
            <a:off x="190501" y="180975"/>
            <a:ext cx="8767763" cy="4781550"/>
          </a:xfrm>
          <a:prstGeom prst="roundRect">
            <a:avLst>
              <a:gd name="adj" fmla="val 1727"/>
            </a:avLst>
          </a:prstGeom>
          <a:gradFill>
            <a:gsLst>
              <a:gs pos="70000">
                <a:schemeClr val="accent4"/>
              </a:gs>
              <a:gs pos="100000">
                <a:schemeClr val="bg1">
                  <a:alpha val="7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381127"/>
            <a:ext cx="6155798" cy="2286001"/>
          </a:xfrm>
        </p:spPr>
        <p:txBody>
          <a:bodyPr anchor="b">
            <a:noAutofit/>
          </a:bodyPr>
          <a:lstStyle>
            <a:lvl1pPr>
              <a:lnSpc>
                <a:spcPts val="5475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01938-F62B-90F9-49C2-7F200406A1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2327" y="4069080"/>
            <a:ext cx="6157341" cy="3291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0D92BD3E-1795-655C-F62B-DF6B267707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2326" y="230505"/>
            <a:ext cx="685800" cy="68389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0" i="0">
                <a:solidFill>
                  <a:schemeClr val="tx1"/>
                </a:solidFill>
                <a:latin typeface="Avenir Next LT Pro Light" panose="020B0304020202020204" pitchFamily="34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850295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01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95752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4112992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272F77-2DAC-EA0F-B674-BA2474293DD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42724" y="171450"/>
            <a:ext cx="4318397" cy="4278945"/>
          </a:xfrm>
          <a:prstGeom prst="roundRect">
            <a:avLst>
              <a:gd name="adj" fmla="val 1791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900">
                <a:solidFill>
                  <a:schemeClr val="tx2"/>
                </a:solidFill>
              </a:defRPr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B6FA0A-81FB-CE00-C2CE-58E200865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9E18E02-6145-433D-3EA5-B1DB06E055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A0257E82-021B-B3D7-46D3-48F034507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1F1CD58-80B1-D7E8-B649-FC06D363E31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9E801F-2800-F908-1546-323D4EEA950D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144060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02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4112992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6AADC1C5-EF88-0408-2AEA-1FF4CCCF3C7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42724" y="171450"/>
            <a:ext cx="4318397" cy="4278945"/>
          </a:xfrm>
          <a:prstGeom prst="roundRect">
            <a:avLst>
              <a:gd name="adj" fmla="val 1791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900">
                <a:solidFill>
                  <a:schemeClr val="tx2"/>
                </a:solidFill>
              </a:defRPr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F8083F-4D0C-3D41-2A74-32211B9B7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B7A59-45A9-C75A-BED5-32A0C32B53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7D07F7B7-3A4C-6DD2-957C-C62D3235D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592163-1C86-5CED-F770-D336A61230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490198-1F78-29DB-4BAC-8BC91704C270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358940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03">
    <p:bg>
      <p:bgPr>
        <a:gradFill>
          <a:gsLst>
            <a:gs pos="0">
              <a:schemeClr val="tx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89738" y="227874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4112992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9357B0-1EF7-C52C-1D33-FD491F4AC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DA8EEB33-9B89-BE1F-4E8D-73A7ACDAFCE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42724" y="171450"/>
            <a:ext cx="4318397" cy="4278945"/>
          </a:xfrm>
          <a:prstGeom prst="roundRect">
            <a:avLst>
              <a:gd name="adj" fmla="val 1791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900">
                <a:solidFill>
                  <a:schemeClr val="tx2"/>
                </a:solidFill>
              </a:defRPr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31429BA-6189-BEAC-F3CA-79AFD2CC4A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0CBA9FFB-BE0D-E7A9-D5F0-937CDE41C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3DA749-6443-7FA4-67FA-3FFC040D1AF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759A7C-4860-40C1-C567-D29E980B3F7D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175371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04">
    <p:bg>
      <p:bgPr>
        <a:gradFill>
          <a:gsLst>
            <a:gs pos="0">
              <a:schemeClr val="accent3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4112992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D981AF-1673-41C5-E90F-D999B75F1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DF1F75E-0E6E-6AF0-3BAB-A221A688F4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42724" y="171450"/>
            <a:ext cx="4318397" cy="4278945"/>
          </a:xfrm>
          <a:prstGeom prst="roundRect">
            <a:avLst>
              <a:gd name="adj" fmla="val 1791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900">
                <a:solidFill>
                  <a:schemeClr val="tx2"/>
                </a:solidFill>
              </a:defRPr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EC5400E-DFD6-15E8-3467-106DFA68E4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8526BB2E-7AF4-37ED-CC2F-D6CEA524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5E279E6-0B03-9519-9990-F969CB64FAF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0CDC57-85B8-5BA4-66E6-E115EA14B16A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989718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05">
    <p:bg>
      <p:bgPr>
        <a:gradFill>
          <a:gsLst>
            <a:gs pos="0">
              <a:schemeClr val="accent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4112992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6BB9173-2A14-52E3-A56A-DA7BF8D9A5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42724" y="171450"/>
            <a:ext cx="4318397" cy="4278945"/>
          </a:xfrm>
          <a:prstGeom prst="roundRect">
            <a:avLst>
              <a:gd name="adj" fmla="val 1791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900">
                <a:solidFill>
                  <a:schemeClr val="tx2"/>
                </a:solidFill>
              </a:defRPr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4BB382-F450-6BBD-2EA0-E2284F98B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12D74-59BC-1CD8-B762-4A58E0763F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9D2DA965-0D62-2977-E2CD-A45EA01D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1E44E2-BB24-3EE0-A8D1-7162365B4D6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AF0720-AC05-FA15-9F3A-80D100D38A59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407440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06">
    <p:bg>
      <p:bgPr>
        <a:gradFill>
          <a:gsLst>
            <a:gs pos="0">
              <a:schemeClr val="accent4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4112992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32B0D8-4311-F308-C70E-24D4D5BC8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1D54F1BB-4273-4D35-A58A-5517950ACDA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42724" y="171450"/>
            <a:ext cx="4318397" cy="4278945"/>
          </a:xfrm>
          <a:prstGeom prst="roundRect">
            <a:avLst>
              <a:gd name="adj" fmla="val 1791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900">
                <a:solidFill>
                  <a:schemeClr val="tx2"/>
                </a:solidFill>
              </a:defRPr>
            </a:lvl1pPr>
          </a:lstStyle>
          <a:p>
            <a:pPr marL="0" marR="0" lvl="0" indent="0" algn="ctr" defTabSz="685783" rtl="0" eaLnBrk="1" fontAlgn="auto" latinLnBrk="0" hangingPunct="1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3379E42-D3EA-3BA1-5272-F90A821435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8438E4BB-5B96-9E39-DB47-1220047AA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D34F802-F0EF-4AF6-3519-06654626011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B88063-A39D-24C1-738A-20F3101E110D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75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01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9896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81A74A-2C30-B564-8D00-D886FA887C8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405054"/>
            <a:ext cx="4114562" cy="305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728D13-F45C-03DF-F428-D9E1E693EE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98AE14D-EBA7-5347-1F28-3C54362F89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5D371C69-1944-9B2F-651E-4462D2BFC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8A0DAA6-A387-07B7-ED69-FF4EF095C6F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B9EA56-9868-C491-2541-C6450A2C490F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332481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02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9896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DF309-EBE0-BE87-942F-55F55482A71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405054"/>
            <a:ext cx="4114562" cy="305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1C8D5E-D6E0-C4BE-C94A-88EC7768CBE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1849CCF-A63D-B0A2-9360-04BB5E33EC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843D9374-717B-A294-C46B-79214218A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BC888C2-09E3-1419-283C-E4EE4421D5C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8106B3-CAFB-4230-14CA-7411008DC942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629320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03">
    <p:bg>
      <p:bgPr>
        <a:gradFill>
          <a:gsLst>
            <a:gs pos="0">
              <a:schemeClr val="tx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03920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77272-D226-C05D-3743-20CE5B6F340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405054"/>
            <a:ext cx="4114562" cy="305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D81390-4D2B-A425-4DC1-6738825588E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99850E1-541C-3EC5-FA10-6495010DD8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4CCE28D1-19C4-788B-6ACB-4696FF051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6259087-0DBF-ECB5-1462-D73A490731C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52FC8C-B98B-652C-7F3B-B151583C6C7A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635022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04">
    <p:bg>
      <p:bgPr>
        <a:gradFill>
          <a:gsLst>
            <a:gs pos="0">
              <a:schemeClr val="accent3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9896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F7964-FB2F-E439-0056-E67A815E7C9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405054"/>
            <a:ext cx="4114562" cy="305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7CE4CB-8121-D55F-0249-3ACA51E8019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89DD898-30E0-F206-D945-6678D39F56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D0042165-D3F3-091B-80A8-39F6E68C5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2090311-4A72-BD50-C773-0DDE7EAE32C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B5C685-CF9D-B505-F129-07C3558B335C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993819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05">
    <p:bg>
      <p:bgPr>
        <a:gradFill>
          <a:gsLst>
            <a:gs pos="0">
              <a:schemeClr val="accent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03920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2366A-2B0E-503F-8B94-64FB99A4252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405054"/>
            <a:ext cx="4114562" cy="305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4C1900-B7FF-7805-28CC-B1CF754FF6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350FF36-FDA2-2C14-E5D5-BEB87B11A6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599D4A50-ED1F-DD61-212A-23865ECB4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3570741-2A2C-2BFD-2222-AAFE3DB8E64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84A61D-2F15-3004-D708-D324185174C1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7234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06">
    <p:bg>
      <p:bgPr>
        <a:gradFill>
          <a:gsLst>
            <a:gs pos="0">
              <a:schemeClr val="accent4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03920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6543B-43FD-4D20-F37B-1F6A19340D7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405054"/>
            <a:ext cx="4114562" cy="305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91B8E4-B1C5-C6D0-4E25-37853089DA3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22327" y="1405056"/>
            <a:ext cx="4112993" cy="304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897CD5E-5D1D-C3E7-7B41-8CA4C3A01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BC5C8B08-8C26-9223-F375-21BA76573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546E949-0252-D396-7018-9D2C4A8A1F1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7BCE2F-FDDD-7C18-BB76-EEB6D19A2BDA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65304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01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81A74A-2C30-B564-8D00-D886FA887C8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0405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CE2E761-8B9E-4262-48EB-AEC98EB8F1C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5463742-FE8A-5279-5997-A647B0871F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35FD058B-6FBB-5483-C6A5-73FCA457B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66068A2-7E9A-081A-7B7E-22F1B71E77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3F7EE0-79A6-9F66-19B6-A7FF39BC85AC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56921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4" userDrawn="1">
          <p15:clr>
            <a:srgbClr val="FBAE40"/>
          </p15:clr>
        </p15:guide>
        <p15:guide id="3" pos="3726" userDrawn="1">
          <p15:clr>
            <a:srgbClr val="FBAE40"/>
          </p15:clr>
        </p15:guide>
        <p15:guide id="4" pos="387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02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89738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79AB7-3D06-9F43-E19B-D5075BAA8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49D032-D131-ED61-0471-283E8DD6F83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0405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A66702-E686-53FD-87AF-94C0CE7C66C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027BB7C-D2DA-B802-05E8-AF841D6B3E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76D3167B-0BCB-B96D-FB2F-3D4AA8E41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57EB4F3-6D23-F140-7062-853182222DE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1BC10D-4D25-715D-4EF0-88FE66FC55A9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224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4" userDrawn="1">
          <p15:clr>
            <a:srgbClr val="FBAE40"/>
          </p15:clr>
        </p15:guide>
        <p15:guide id="3" pos="3726" userDrawn="1">
          <p15:clr>
            <a:srgbClr val="FBAE40"/>
          </p15:clr>
        </p15:guide>
        <p15:guide id="4" pos="387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03">
    <p:bg>
      <p:bgPr>
        <a:gradFill>
          <a:gsLst>
            <a:gs pos="0">
              <a:schemeClr val="tx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6450-5273-F6C3-9285-B688C6DAB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0DB57D-34F2-BB57-1DA3-367497E15F3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0405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F5EAFD-9E75-8481-EDAC-74FD89226C4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D73BFCD-4C70-96A2-B741-CDE3C253CB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4A138310-6C9A-B73D-006D-4BB1535F9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F70727D-11F2-30FA-E381-9CC51A17486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E6D0B5-C02F-4C8A-3BB0-0A0AD7DF451E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83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4" userDrawn="1">
          <p15:clr>
            <a:srgbClr val="FBAE40"/>
          </p15:clr>
        </p15:guide>
        <p15:guide id="3" pos="3727" userDrawn="1">
          <p15:clr>
            <a:srgbClr val="FBAE40"/>
          </p15:clr>
        </p15:guide>
        <p15:guide id="4" pos="387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04">
    <p:bg>
      <p:bgPr>
        <a:gradFill>
          <a:gsLst>
            <a:gs pos="0">
              <a:schemeClr val="accent3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5B526-9558-482F-ACA8-9783BE2CF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AEFDFE-AFDB-471D-4735-911624FA8A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0405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29F85F-7C13-E2CC-FEC9-35FAC9088DA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CCB345-E2E2-C765-22EF-90648B402C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96BD5194-BE58-FBCE-BE40-3EF1035E0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4AE3BAE-416C-3697-6FDF-50468EF0996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82B57C-CFFB-FFEF-4D66-19C28A147392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4523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4" userDrawn="1">
          <p15:clr>
            <a:srgbClr val="FBAE40"/>
          </p15:clr>
        </p15:guide>
        <p15:guide id="3" pos="3727" userDrawn="1">
          <p15:clr>
            <a:srgbClr val="FBAE40"/>
          </p15:clr>
        </p15:guide>
        <p15:guide id="4" pos="387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05">
    <p:bg>
      <p:bgPr>
        <a:gradFill>
          <a:gsLst>
            <a:gs pos="0">
              <a:schemeClr val="accent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9896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3B14B-1FD7-DA98-F586-00759B7CE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503FD2-B99E-9785-4545-B83A00B0D79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0405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3C625F-1846-D7B7-F44B-AB7C7D09C5A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A2913DD-5DF1-A5CA-77BD-4D8B9BD2D4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697C85AC-B739-7F7C-4618-D11B44334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1BF698B-BFB8-A5B8-B6AB-50809247926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EA6EC3-7410-6119-C3AB-E840DB210CC9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48834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3" userDrawn="1">
          <p15:clr>
            <a:srgbClr val="FBAE40"/>
          </p15:clr>
        </p15:guide>
        <p15:guide id="3" pos="3727" userDrawn="1">
          <p15:clr>
            <a:srgbClr val="FBAE40"/>
          </p15:clr>
        </p15:guide>
        <p15:guide id="4" pos="387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06">
    <p:bg>
      <p:bgPr>
        <a:gradFill>
          <a:gsLst>
            <a:gs pos="0">
              <a:schemeClr val="accent4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006C4-EC19-28E5-2D13-3A0C39823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2D80CF-EFF4-311C-01A9-C5F1F02DD31E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0405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381C56-EC81-335E-F597-E1CDA417E64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405054"/>
            <a:ext cx="267462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2B7FA9B-4380-B14F-8A74-CF9DFBEBF2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60859E88-F5C6-784F-FF01-D8CC3C411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0CEB283-CCFA-3448-FDC4-983103E9258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F20511D-764B-D988-5CB0-C4E3B47B83D9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90381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3" userDrawn="1">
          <p15:clr>
            <a:srgbClr val="FBAE40"/>
          </p15:clr>
        </p15:guide>
        <p15:guide id="3" pos="3727" userDrawn="1">
          <p15:clr>
            <a:srgbClr val="FBAE40"/>
          </p15:clr>
        </p15:guide>
        <p15:guide id="4" pos="387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01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1920240" cy="3020309"/>
          </a:xfrm>
        </p:spPr>
        <p:txBody>
          <a:bodyPr/>
          <a:lstStyle>
            <a:lvl1pPr marL="102868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507349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81A74A-2C30-B564-8D00-D886FA887C8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518029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CE2E761-8B9E-4262-48EB-AEC98EB8F1C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713732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7C1F60-B441-B3E7-C62F-F6BCD14C14D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909435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EB934-FE0C-A04C-ACFB-3EB785AF2B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B227F0B0-5BDD-0A70-FCF0-2A477B619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B826E0C-27B6-3838-CE2F-3B78DDB31A1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13690C-B9DF-B45D-3000-0ECFBDE10CFD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44845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584" userDrawn="1">
          <p15:clr>
            <a:srgbClr val="FBAE40"/>
          </p15:clr>
        </p15:guide>
        <p15:guide id="5" pos="4176" userDrawn="1">
          <p15:clr>
            <a:srgbClr val="FBAE40"/>
          </p15:clr>
        </p15:guide>
        <p15:guide id="6" pos="4350" userDrawn="1">
          <p15:clr>
            <a:srgbClr val="FBAE40"/>
          </p15:clr>
        </p15:guide>
        <p15:guide id="7" pos="1412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02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50734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76C52B-35C1-033F-EF9D-11C6E68ED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9C27BA-0229-2A0B-9969-55DB57AC603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518029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983753-B614-4BD2-D693-388E56C259A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713732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AEE7B29-271F-DBED-D6F8-547729DA7FE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909435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E13A5EE-D39F-61E3-5E8C-4E04DF9BD0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B76B1D7B-AF1E-2B7F-F679-C5FEDA9F8C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28FEA6B-22F2-013B-FBA7-0052566B23A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C5E8E9-3D60-7C8A-BC61-DEA13AC7BDA5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20375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12" userDrawn="1">
          <p15:clr>
            <a:srgbClr val="FBAE40"/>
          </p15:clr>
        </p15:guide>
        <p15:guide id="2" pos="1584" userDrawn="1">
          <p15:clr>
            <a:srgbClr val="FBAE40"/>
          </p15:clr>
        </p15:guide>
        <p15:guide id="3" pos="198" userDrawn="1">
          <p15:clr>
            <a:srgbClr val="FBAE40"/>
          </p15:clr>
        </p15:guide>
        <p15:guide id="5" pos="4176" userDrawn="1">
          <p15:clr>
            <a:srgbClr val="FBAE40"/>
          </p15:clr>
        </p15:guide>
        <p15:guide id="6" pos="435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03">
    <p:bg>
      <p:bgPr>
        <a:gradFill>
          <a:gsLst>
            <a:gs pos="0">
              <a:schemeClr val="tx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89738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50734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6015FA-A1D1-FACF-0297-7EF86EF78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4CEEE1-6FFA-3734-E16B-743885D6354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518029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A12427-6F62-50AA-1B3E-F1CC5CFCC54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713732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10A379-0CAE-562D-01BA-B4D9F2F39499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909435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3BFDE0-389D-E9AE-664A-6DFE13DE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848D9B14-3D84-CC0C-E158-A77C1A95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81EF4F3-33F3-93EA-6109-D32A363807B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BFFD50-16F7-5900-3A70-73FDE8D0A20C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03106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12" userDrawn="1">
          <p15:clr>
            <a:srgbClr val="FBAE40"/>
          </p15:clr>
        </p15:guide>
        <p15:guide id="2" pos="1584" userDrawn="1">
          <p15:clr>
            <a:srgbClr val="FBAE40"/>
          </p15:clr>
        </p15:guide>
        <p15:guide id="5" pos="4350" userDrawn="1">
          <p15:clr>
            <a:srgbClr val="FBAE40"/>
          </p15:clr>
        </p15:guide>
        <p15:guide id="6" pos="4177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04">
    <p:bg>
      <p:bgPr>
        <a:gradFill>
          <a:gsLst>
            <a:gs pos="0">
              <a:schemeClr val="accent3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507349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44D1FD-9599-4E27-7C14-2E21E0B1E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EA1CF2-179D-A0CB-F381-51B67F81B81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518029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229812B-255A-742F-3647-845F73D9FF0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713732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B6765E-7ECB-F5F1-4D44-6ED1A9072BF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909435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79EE06C-CCF3-CFD7-DDC1-139B68E7D8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DF0F22FF-D67B-C9AC-94B2-2E7C46418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99B871E-D2F2-8E76-C670-29B4DDF6E37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7C8701-B899-259C-C233-08C7D5E59B60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2850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50" userDrawn="1">
          <p15:clr>
            <a:srgbClr val="FBAE40"/>
          </p15:clr>
        </p15:guide>
        <p15:guide id="2" pos="4176" userDrawn="1">
          <p15:clr>
            <a:srgbClr val="FBAE40"/>
          </p15:clr>
        </p15:guide>
        <p15:guide id="5" pos="1412" userDrawn="1">
          <p15:clr>
            <a:srgbClr val="FBAE40"/>
          </p15:clr>
        </p15:guide>
        <p15:guide id="6" pos="1584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05">
    <p:bg>
      <p:bgPr>
        <a:gradFill>
          <a:gsLst>
            <a:gs pos="0">
              <a:schemeClr val="accent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507349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95F4C1-031F-8E5A-3A11-F5E37BD0F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A156AB-BF11-9668-2BD8-A8AF1F5834C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518029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B7ED8A-3DCF-80C1-7263-D8BE1D1138D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713732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68033E-D20B-98B0-257B-8B58DE7EFEA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909435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93C798E-7F79-6491-F2D3-BEDB4FD85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CAE5416E-6B3C-880D-95FE-02290664D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2AA9ABC-685A-FF22-2A89-0945E53D736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A1B966-64FC-CD40-C418-836A4263E30B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77799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12" userDrawn="1">
          <p15:clr>
            <a:srgbClr val="FBAE40"/>
          </p15:clr>
        </p15:guide>
        <p15:guide id="2" pos="1584" userDrawn="1">
          <p15:clr>
            <a:srgbClr val="FBAE40"/>
          </p15:clr>
        </p15:guide>
        <p15:guide id="5" pos="4177" userDrawn="1">
          <p15:clr>
            <a:srgbClr val="FBAE40"/>
          </p15:clr>
        </p15:guide>
        <p15:guide id="6" pos="435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06">
    <p:bg>
      <p:bgPr>
        <a:gradFill>
          <a:gsLst>
            <a:gs pos="0">
              <a:schemeClr val="accent4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507349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276475-2181-6999-D2A8-1512A63C6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EBE1266-B6C4-F3C5-F2EC-C9E941D895A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518029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008B63B-CF70-4ACE-51EC-677A26D69BF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713732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76C48C-0388-A777-E487-FB06C0A7E6A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909435" y="1405054"/>
            <a:ext cx="1920240" cy="3020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985C19-56FF-3B1B-6D1C-EBC84ABBB4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DBB91F65-C116-7369-8888-47F21F322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ED2FDE7-2AFD-42B8-8BF7-85D3BCC1899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4E39C0-0732-0A06-BEB9-0E92F1E31488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60734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6" userDrawn="1">
          <p15:clr>
            <a:srgbClr val="FBAE40"/>
          </p15:clr>
        </p15:guide>
        <p15:guide id="2" pos="4350" userDrawn="1">
          <p15:clr>
            <a:srgbClr val="FBAE40"/>
          </p15:clr>
        </p15:guide>
        <p15:guide id="3" pos="4178" userDrawn="1">
          <p15:clr>
            <a:srgbClr val="FBAE40"/>
          </p15:clr>
        </p15:guide>
        <p15:guide id="4" pos="1586" userDrawn="1">
          <p15:clr>
            <a:srgbClr val="FBAE40"/>
          </p15:clr>
        </p15:guide>
        <p15:guide id="7" pos="1412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B774E5D-0378-42EB-FF49-8E2EE5EE4A3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60000">
                <a:schemeClr val="accent1"/>
              </a:gs>
              <a:gs pos="100000">
                <a:schemeClr val="accent2">
                  <a:alpha val="8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147813"/>
            <a:ext cx="4113943" cy="34539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4113943" cy="3397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BB20FE7C-0B6F-012F-2658-CDF222A2E4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405289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bg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CD65AB-BD75-4C6F-9D12-E470DE87E24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572001" y="1905743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FCACD04-421B-FC49-D89C-BDEA3D679EE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1" y="4114800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DF7B3D-66F3-6F77-7729-18B665D927C5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64606"/>
            <a:ext cx="43815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73E8E1CC-BF37-B445-5A2C-D773B50224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1" y="2619756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bg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A9E68-0199-9CCB-EC14-5D60A726DB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DAA34CA5-5E3B-AFAC-E143-983B06571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bg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52C634B-5C1F-993B-27D2-B13687145E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20F55A-4FCD-5162-53B8-A197FD8D095A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bg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99467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 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B774E5D-0378-42EB-FF49-8E2EE5EE4A3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60000">
                <a:schemeClr val="accent5"/>
              </a:gs>
              <a:gs pos="100000">
                <a:schemeClr val="bg1">
                  <a:alpha val="7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147813"/>
            <a:ext cx="4113943" cy="3453905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4113943" cy="3077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BB20FE7C-0B6F-012F-2658-CDF222A2E4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405289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tx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CD65AB-BD75-4C6F-9D12-E470DE87E24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572001" y="1905743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FCACD04-421B-FC49-D89C-BDEA3D679EE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1" y="4114800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73E8E1CC-BF37-B445-5A2C-D773B50224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1" y="2619756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tx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5DD4E3-C6C6-DC87-9355-AF6E2FB0C661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64606"/>
            <a:ext cx="43815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301AF6C-A1FB-2478-72A4-4813D08D3F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78435250-F0EF-AAA9-816E-CA7B199D2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56C8F6C-BB20-A579-235A-3D26E5FAA43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2F7BEE6-6442-3240-2AE6-0D30572B8C4B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40966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B774E5D-0378-42EB-FF49-8E2EE5EE4A3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60000">
                <a:schemeClr val="tx2"/>
              </a:gs>
              <a:gs pos="100000">
                <a:schemeClr val="accent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0500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147813"/>
            <a:ext cx="4113943" cy="34539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4113943" cy="3397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BB20FE7C-0B6F-012F-2658-CDF222A2E4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405289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bg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CD65AB-BD75-4C6F-9D12-E470DE87E24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572001" y="1905743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FCACD04-421B-FC49-D89C-BDEA3D679EE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1" y="4114800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73E8E1CC-BF37-B445-5A2C-D773B50224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1" y="2619756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bg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8B1394-B7DF-2E18-C417-24ABB1B1593B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64606"/>
            <a:ext cx="43815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3B181AE-89C7-7EA6-92DF-9545C08F90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20" name="Slide Number Placeholder 14">
            <a:extLst>
              <a:ext uri="{FF2B5EF4-FFF2-40B4-BE49-F238E27FC236}">
                <a16:creationId xmlns:a16="http://schemas.microsoft.com/office/drawing/2014/main" id="{67995621-CCE4-769C-FD2E-B2E4EF149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bg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14804426-7F7B-EA46-5911-0B9C43740CC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E9962F8-A845-F2BF-9534-B18F98582FB8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bg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153401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 0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B774E5D-0378-42EB-FF49-8E2EE5EE4A3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60000">
                <a:schemeClr val="accent3"/>
              </a:gs>
              <a:gs pos="100000">
                <a:schemeClr val="accent4">
                  <a:alpha val="7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147813"/>
            <a:ext cx="4113943" cy="3453905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4113943" cy="3077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BB20FE7C-0B6F-012F-2658-CDF222A2E4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405289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tx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CD65AB-BD75-4C6F-9D12-E470DE87E24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572001" y="1905743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FCACD04-421B-FC49-D89C-BDEA3D679EE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1" y="4114800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73E8E1CC-BF37-B445-5A2C-D773B50224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1" y="2619756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tx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D08A7C-067E-69E7-59C1-CF920125516A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64606"/>
            <a:ext cx="43815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F599016-1A71-7C1B-C44A-54A2E8E553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9F5596C3-717D-5C00-D054-6A204C154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A1D1994-4C98-7180-5A5A-39D3937DB66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258B38-7B53-E119-9667-B4FDB41972FF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5379417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 0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B774E5D-0378-42EB-FF49-8E2EE5EE4A3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60000">
                <a:schemeClr val="accent2"/>
              </a:gs>
              <a:gs pos="100000">
                <a:schemeClr val="bg1">
                  <a:alpha val="7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147813"/>
            <a:ext cx="4113943" cy="345390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4113943" cy="3397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BB20FE7C-0B6F-012F-2658-CDF222A2E4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405289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tx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CD65AB-BD75-4C6F-9D12-E470DE87E24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572001" y="1905743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FCACD04-421B-FC49-D89C-BDEA3D679EE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1" y="4114800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73E8E1CC-BF37-B445-5A2C-D773B50224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1" y="2619756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tx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642904-FC68-B784-0521-9D670763E0F3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64606"/>
            <a:ext cx="43815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2F34BD-54D7-4A08-90D9-604C7F1F49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58E7CC1F-9C03-E833-EBA4-159954794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9DCE8C5-C83C-E071-AC56-BEAA8B70A64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674819B-952B-B843-08EB-91ED8EC75B14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187911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 0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B774E5D-0378-42EB-FF49-8E2EE5EE4A3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60000">
                <a:schemeClr val="accent4"/>
              </a:gs>
              <a:gs pos="100000">
                <a:schemeClr val="bg1">
                  <a:alpha val="7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147813"/>
            <a:ext cx="4113943" cy="345390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4113943" cy="3397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BB20FE7C-0B6F-012F-2658-CDF222A2E4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405289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tx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CD65AB-BD75-4C6F-9D12-E470DE87E24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572001" y="1905743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FCACD04-421B-FC49-D89C-BDEA3D679EE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1" y="4114800"/>
            <a:ext cx="4257675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73E8E1CC-BF37-B445-5A2C-D773B50224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1" y="2619756"/>
            <a:ext cx="4257675" cy="147732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600" b="0" i="0">
                <a:solidFill>
                  <a:schemeClr val="tx1"/>
                </a:solidFill>
                <a:latin typeface="+mn-lt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D25491-8A1D-A96D-6CF9-324498E2B592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64606"/>
            <a:ext cx="43815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AFEDB7-481A-8393-76CE-2126E59F49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C58132CE-AD21-1AED-E1E5-247694357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C2F8848-C329-0D19-5B49-BB8758DBC2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AB976F-5271-9BCF-8097-DF25AE7B953E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969590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01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19766"/>
            <a:ext cx="2740249" cy="3124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81A74A-2C30-B564-8D00-D886FA887C8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045351" y="1405055"/>
            <a:ext cx="4217670" cy="25855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FF7AF58-5EF2-8EA0-A423-1FCAA20622A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045351" y="677352"/>
            <a:ext cx="4218972" cy="32918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3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DE6706B-845E-C01E-152C-FEFCCA0A7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2740250" cy="5752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A0841B1-14B9-14ED-9AA8-656E2E5D95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1D1F7BC3-A1AC-8B16-BD17-A9D893FF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EF507EB-1886-2965-F763-BE0C4874E8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19C23A-6302-870D-4217-FB93F0D690CF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612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6" userDrawn="1">
          <p15:clr>
            <a:srgbClr val="FBAE40"/>
          </p15:clr>
        </p15:guide>
        <p15:guide id="2" pos="2543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02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EDE32AD-596C-FE63-7C41-4C5796363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19766"/>
            <a:ext cx="2740249" cy="3124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D752034-DE67-A4C6-FC19-2A6C7B375D7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045351" y="1405055"/>
            <a:ext cx="4217670" cy="25855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B0BFD5F-A633-3326-9E6B-CCCE7E0586A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045351" y="677352"/>
            <a:ext cx="4218972" cy="32918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3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C77FBC86-A7EF-FE2E-6E31-6FCEBBBB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2740250" cy="5752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6B4C244-490C-B6F9-FC92-D014FBAA2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20A714BD-61BF-C9D6-9EA2-3FCF85BAD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50EF7F1-A11E-16AB-1783-11C30E55A1C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6E9C0D-D5C7-383A-2E96-1689B4735938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333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6" userDrawn="1">
          <p15:clr>
            <a:srgbClr val="FBAE40"/>
          </p15:clr>
        </p15:guide>
        <p15:guide id="2" pos="2543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03">
    <p:bg>
      <p:bgPr>
        <a:gradFill>
          <a:gsLst>
            <a:gs pos="0">
              <a:schemeClr val="tx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FAEA24E-56CB-4B0B-2F90-F4C1B88FC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19766"/>
            <a:ext cx="2740249" cy="3124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EA4899A-5437-0898-E36D-09B3C9C51E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045351" y="1405055"/>
            <a:ext cx="4217670" cy="25855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4A87C98-3126-A5BF-1FBE-072841FD96F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045351" y="677352"/>
            <a:ext cx="4218972" cy="32918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3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25B75236-88EB-0F43-271B-5BA75B8EF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2740250" cy="5752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D265D0-2EFC-B034-A7C4-A5BDF94980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1B6CC5D6-F96E-86B3-9001-E72AFCC46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670E8AC-7856-C72D-8A66-DA623717F1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41CA0E-531C-D495-9F58-A8720633B31A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16261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6" userDrawn="1">
          <p15:clr>
            <a:srgbClr val="FBAE40"/>
          </p15:clr>
        </p15:guide>
        <p15:guide id="2" pos="2543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Chart 04">
    <p:bg>
      <p:bgPr>
        <a:gradFill>
          <a:gsLst>
            <a:gs pos="0">
              <a:schemeClr val="accent3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159C0F-766A-765E-BDCD-3E5C56F60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A99E5DBA-4D78-8F5C-BF16-C6C327CBF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3FEC73C-6616-44FE-889E-CC525AEAC9A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B192DB-64CF-1D32-BE53-886EF3FF36D1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4BCF18-F827-DBB9-9183-9E7B6231E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19766"/>
            <a:ext cx="2740249" cy="3124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BABB121-6086-D617-3DDA-47E95B1083D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045351" y="1405055"/>
            <a:ext cx="4217670" cy="25855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04D126C-7C61-F19A-388A-CB7CEDD9253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045351" y="677352"/>
            <a:ext cx="4218972" cy="32918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3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610B8610-409D-C4C4-E9D2-BCE8CFA4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2740250" cy="5752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4024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60" userDrawn="1">
          <p15:clr>
            <a:srgbClr val="FBAE40"/>
          </p15:clr>
        </p15:guide>
        <p15:guide id="2" pos="900" userDrawn="1">
          <p15:clr>
            <a:srgbClr val="FBAE40"/>
          </p15:clr>
        </p15:guide>
        <p15:guide id="3" orient="horz" pos="744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05">
    <p:bg>
      <p:bgPr>
        <a:gradFill>
          <a:gsLst>
            <a:gs pos="0">
              <a:schemeClr val="accent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186BCA6-D2B8-E212-51D1-FC1A1BCDB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19766"/>
            <a:ext cx="2740249" cy="3124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31DA016-2B49-BA87-D47C-80B954D8C45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045351" y="1405055"/>
            <a:ext cx="4217670" cy="25855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02D128F-95BC-912A-282D-240EA074B0D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045351" y="677352"/>
            <a:ext cx="4218972" cy="32918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3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9294E47A-5283-EF77-6932-7C5A82E1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2740250" cy="5752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36FAA2-9A0A-777C-F623-C5E454875B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DA4C6AAE-A02B-3B10-2A4D-1FD554817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A5CD243-1BC9-D6AA-01FF-450D0835198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D167CA-7DE5-A09D-7B87-761D15678B77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15394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6" userDrawn="1">
          <p15:clr>
            <a:srgbClr val="FBAE40"/>
          </p15:clr>
        </p15:guide>
        <p15:guide id="2" pos="2543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06">
    <p:bg>
      <p:bgPr>
        <a:gradFill>
          <a:gsLst>
            <a:gs pos="0">
              <a:schemeClr val="accent4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B5BE5F4-9EBB-9D33-C553-F52012ED6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419766"/>
            <a:ext cx="2740249" cy="3124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F1C6C68-0D9E-3D8E-F3A1-DAE5AB90D37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045351" y="1405055"/>
            <a:ext cx="4217670" cy="25855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5707216-BEF4-7D4D-6ED0-2FE77DB52F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045351" y="677352"/>
            <a:ext cx="4218972" cy="32918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3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B3DF1779-A091-5DF6-4344-12EABED09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2740250" cy="5752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E9C82B1-6FB6-9777-16A0-22388C6E62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4071088F-5A7B-9DD4-38FE-88DF031AA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B20D545-90DB-627B-7D8C-FC9FB4D3709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6D31F1-A3F3-844F-D003-F20B6682835F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938776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6" userDrawn="1">
          <p15:clr>
            <a:srgbClr val="FBAE40"/>
          </p15:clr>
        </p15:guide>
        <p15:guide id="2" pos="2543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01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8155" y="1405054"/>
            <a:ext cx="7047815" cy="2070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302529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1580CCD-F5F6-8183-F030-A0816BA49F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1109359" cy="27610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372C40-8870-D4A8-486B-AB7DE35C39C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431685" y="3886200"/>
            <a:ext cx="7055090" cy="7147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11969D5-C45D-A8F1-1D9F-90D76BDE1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B6FCD0F6-17C9-8FFC-C296-99E48A85F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D4F7E2A-2036-8573-10ED-67E15445D66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A6E267-7E85-9493-B6AE-66C4AA96AB3C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15482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7" userDrawn="1">
          <p15:clr>
            <a:srgbClr val="FBAE40"/>
          </p15:clr>
        </p15:guide>
        <p15:guide id="2" pos="900" userDrawn="1">
          <p15:clr>
            <a:srgbClr val="FBAE40"/>
          </p15:clr>
        </p15:guide>
        <p15:guide id="3" orient="horz" pos="744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02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3069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372C40-8870-D4A8-486B-AB7DE35C39C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431684" y="3886200"/>
            <a:ext cx="7248976" cy="7147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1BFE-A2B0-3FA5-28CC-0297396D2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8154" y="1405054"/>
            <a:ext cx="7241502" cy="2070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6A6605F-4ABC-A68E-3604-0C4FF53276D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1109359" cy="27610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8DFFF8-E5B5-326A-759D-4F85ABBA92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FA18D9A3-D0E5-1B50-58BF-8AC11BCCB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F5715E0-6F05-B612-05D6-BF4DD5A5D92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7B526F-984E-6D3D-CA67-650B847E9C89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41582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60" userDrawn="1">
          <p15:clr>
            <a:srgbClr val="FBAE40"/>
          </p15:clr>
        </p15:guide>
        <p15:guide id="2" pos="900" userDrawn="1">
          <p15:clr>
            <a:srgbClr val="FBAE40"/>
          </p15:clr>
        </p15:guide>
        <p15:guide id="3" orient="horz" pos="744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03">
    <p:bg>
      <p:bgPr>
        <a:gradFill>
          <a:gsLst>
            <a:gs pos="0">
              <a:schemeClr val="tx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55181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372C40-8870-D4A8-486B-AB7DE35C39C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431685" y="3886200"/>
            <a:ext cx="7184807" cy="7147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D9854-D03C-AAA1-1662-F8B551E5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8155" y="1405054"/>
            <a:ext cx="7177399" cy="2070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2F6068-96BC-1563-6349-D92FE579DF7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1109359" cy="27610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12BF2C-F549-15D7-378D-F5953F07FD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7D5692BD-1B55-0893-FD09-1009A25AB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2B7E553-66CF-7FE9-BF9E-F6A76F3CD57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7ACC70-295A-DAEC-81F8-F02E2B308C8C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11841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60" userDrawn="1">
          <p15:clr>
            <a:srgbClr val="FBAE40"/>
          </p15:clr>
        </p15:guide>
        <p15:guide id="2" pos="900" userDrawn="1">
          <p15:clr>
            <a:srgbClr val="FBAE40"/>
          </p15:clr>
        </p15:guide>
        <p15:guide id="3" orient="horz" pos="744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04">
    <p:bg>
      <p:bgPr>
        <a:gradFill>
          <a:gsLst>
            <a:gs pos="0">
              <a:schemeClr val="accent3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55181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372C40-8870-D4A8-486B-AB7DE35C39C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431685" y="3886200"/>
            <a:ext cx="7184807" cy="7147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9E327-DEDB-B649-9D72-6C9EB1620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8155" y="1405054"/>
            <a:ext cx="7177399" cy="2070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CE30BB1-5C2B-43AE-8559-99C95B8CBA1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1109359" cy="27610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159C0F-766A-765E-BDCD-3E5C56F60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A99E5DBA-4D78-8F5C-BF16-C6C327CBF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3FEC73C-6616-44FE-889E-CC525AEAC9A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B192DB-64CF-1D32-BE53-886EF3FF36D1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30629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60" userDrawn="1">
          <p15:clr>
            <a:srgbClr val="FBAE40"/>
          </p15:clr>
        </p15:guide>
        <p15:guide id="2" pos="900" userDrawn="1">
          <p15:clr>
            <a:srgbClr val="FBAE40"/>
          </p15:clr>
        </p15:guide>
        <p15:guide id="3" orient="horz" pos="744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05">
    <p:bg>
      <p:bgPr>
        <a:gradFill>
          <a:gsLst>
            <a:gs pos="0">
              <a:schemeClr val="accent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55181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372C40-8870-D4A8-486B-AB7DE35C39C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438154" y="3886200"/>
            <a:ext cx="7177398" cy="7147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930C5-19B3-01D2-DFD5-52A3B44A0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8155" y="1405054"/>
            <a:ext cx="7177399" cy="2070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A9C9740-7ED9-09C1-A267-09823B16440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1109359" cy="27610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C093A19-CFF7-7C27-89DF-80DC7346A8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BC9DF23D-C8CD-4A77-D094-CEB037D12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27C8CCA-50B9-9B63-176D-14A4595B058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77B0E4-0D9C-7DDC-9727-3E14B06A2FE4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90035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60" userDrawn="1">
          <p15:clr>
            <a:srgbClr val="FBAE40"/>
          </p15:clr>
        </p15:guide>
        <p15:guide id="2" pos="900" userDrawn="1">
          <p15:clr>
            <a:srgbClr val="FBAE40"/>
          </p15:clr>
        </p15:guide>
        <p15:guide id="3" orient="horz" pos="744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06">
    <p:bg>
      <p:bgPr>
        <a:gradFill>
          <a:gsLst>
            <a:gs pos="0">
              <a:schemeClr val="accent4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4551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372C40-8870-D4A8-486B-AB7DE35C39C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436569" y="3886200"/>
            <a:ext cx="7177394" cy="7147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2CBEE-4F0D-A771-713B-DED3D00E1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8155" y="1405054"/>
            <a:ext cx="7177399" cy="2070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9522627-97F4-0C04-354B-1F783C63ED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1109359" cy="27610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DE05D9-1CDE-0C1C-A282-9137A289C6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DBC52FB0-30AC-FFDC-2060-6C5D00312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0F4E736-2B35-F07E-80F7-050A0AA1910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072FC9-D816-8099-2D86-88E4C357AE5F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97405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60" userDrawn="1">
          <p15:clr>
            <a:srgbClr val="FBAE40"/>
          </p15:clr>
        </p15:guide>
        <p15:guide id="2" pos="900" userDrawn="1">
          <p15:clr>
            <a:srgbClr val="FBAE40"/>
          </p15:clr>
        </p15:guide>
        <p15:guide id="3" orient="horz" pos="744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 01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898496"/>
            <a:ext cx="4113943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9896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81A74A-2C30-B564-8D00-D886FA887C8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898496"/>
            <a:ext cx="4114562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78383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39690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8E7BAAC-E751-CA4F-5BF2-90D0A48FDE5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8FFE101-9CC9-ED30-9C7D-7ED3CE2A0A3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711303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8379-59DC-D6F2-0BF0-B55F114C43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3C9D4B56-9380-3C57-6884-359B77DD3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0991989-8C12-5488-547D-9F461E67603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640E58E-34B1-E844-FFDC-A427FF3AFCE2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62885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4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 02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B01B1EA-0521-9298-E24A-D74891DCB9D2}"/>
              </a:ext>
            </a:extLst>
          </p:cNvPr>
          <p:cNvSpPr/>
          <p:nvPr userDrawn="1"/>
        </p:nvSpPr>
        <p:spPr>
          <a:xfrm>
            <a:off x="189738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98205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78383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39690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C2D156-2077-EC33-FFD2-77B23F60A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898496"/>
            <a:ext cx="4113943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BA4BE8D-C423-E349-9721-C5C74ED752B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898496"/>
            <a:ext cx="4114562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32B61FC-32EF-7941-0CD7-AD4EBD228D4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6A201E3-A270-4C0B-E061-13427B806DC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711303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4179F-F6B9-A9E1-17B4-CD3592572D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96B93604-F53B-C1BB-4BCC-867076F9A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767B9C7-9B38-7721-5971-AE0F948E967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AB1FF9-0112-6EEF-E7F5-72D92C05DFCE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34835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4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 03">
    <p:bg>
      <p:bgPr>
        <a:gradFill>
          <a:gsLst>
            <a:gs pos="0">
              <a:schemeClr val="tx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0500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9896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78383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39690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39F5BC-8BBD-6D00-B478-BC4AB8919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898496"/>
            <a:ext cx="4113943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B0DB7FE-FCE6-A8E3-D9E4-09745F31DA7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898496"/>
            <a:ext cx="4114562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9AD2D09-958A-34E9-8CD9-A43745479A9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690C51F-6932-F5FF-6444-6B6EBC20143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711303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BB113-F7E1-5CDC-B817-DA1567C8B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4E9DEF57-391C-58F8-8075-F2DE947AC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288235-7101-C8F6-6581-65FE76A761B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FFB6D7C-72AF-D7E3-8D4D-9FA3F0FFA655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22689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4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 04">
    <p:bg>
      <p:bgPr>
        <a:gradFill>
          <a:gsLst>
            <a:gs pos="0">
              <a:schemeClr val="accent3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78383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39690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A73372-EE3E-D25C-1C6E-2875EC74A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898496"/>
            <a:ext cx="4113943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64450AA-D3F3-9A5D-D03B-FB86867C2B1E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898496"/>
            <a:ext cx="4114562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FD9672D-3911-4778-94CC-A279DA64B30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9377B5B-76E5-70E2-AC95-5D6B13B782F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711303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72B08-0C74-FC5D-7E9A-CBAD2180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57ED623C-3550-F639-0212-E2786F090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C4CBD22-825C-F753-C191-83CC8AC4501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F452184-4EA6-9AB2-164C-95D14D1709B3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00899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4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 05">
    <p:bg>
      <p:bgPr>
        <a:gradFill>
          <a:gsLst>
            <a:gs pos="0">
              <a:schemeClr val="accent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78383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39690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BDB669-2912-A128-55B1-AAC723DFE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898496"/>
            <a:ext cx="4113943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EA67554-1216-5397-D888-994AD39EBC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898496"/>
            <a:ext cx="4114562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D4D7F7-5E46-FC3D-4EA4-57FC4A0537A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45567FC-3DD1-97D6-FEC0-B7CDD3F296B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711303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6F1F1-07C2-C62E-249F-67BFAFF5F4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8BC7E059-F424-CD41-0E64-0B612721A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AE36E92-0FB3-E77D-214F-004FD78EB0D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59FC2F5-A187-0414-B663-C3DFF6385FB6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4438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4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 06">
    <p:bg>
      <p:bgPr>
        <a:gradFill>
          <a:gsLst>
            <a:gs pos="0">
              <a:schemeClr val="accent4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510774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78383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39690" y="4114800"/>
            <a:ext cx="3223260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47F21C-4C96-069B-5879-62FF03351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7" y="1898496"/>
            <a:ext cx="4113943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22F544-8551-C9F9-8556-F98681E835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11303" y="1898496"/>
            <a:ext cx="4114562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F9B2D5F-1747-4786-2A71-E5EBFB55FE3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7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509CB8F-2DC9-BD1A-684F-81E1D28B21E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711303" y="1405052"/>
            <a:ext cx="410999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60A9E-0947-C577-7B55-4524A6E3C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CA5991CB-E521-5D6B-A663-0043B0BB0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FE1BDFA-8421-0C4A-D67B-C4A34CA7DE1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BB0B28-7ED8-2C89-C8B2-6ED3D92086D9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9611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4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 01">
    <p:bg>
      <p:bgPr>
        <a:gradFill>
          <a:gsLst>
            <a:gs pos="0">
              <a:schemeClr val="accent1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72A4-81FC-87F4-2C52-9A1EB2293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81A74A-2C30-B564-8D00-D886FA887C8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383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22328" y="4114800"/>
            <a:ext cx="2621381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286400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CE2E761-8B9E-4262-48EB-AEC98EB8F1C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2F5361D-F632-DFB9-D136-FE6375FA79C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00708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728F14D-9AAB-A97D-054B-FB1455BE9C4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6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95417A7-7CA5-6732-E53A-ECA8577C546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240405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690311A-C025-1688-F8CE-9EBFB2DA812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58484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261A5-444A-5EA2-8B31-0B047F327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7920EAEC-FE9A-89AF-2511-6D8AE8980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0BA9CF63-30DB-B94D-C830-419C8056022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A8A82D8-5E4F-D71E-75DC-EB71C09C5F6B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46571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5" userDrawn="1">
          <p15:clr>
            <a:srgbClr val="FBAE40"/>
          </p15:clr>
        </p15:guide>
        <p15:guide id="3" pos="3725" userDrawn="1">
          <p15:clr>
            <a:srgbClr val="FBAE40"/>
          </p15:clr>
        </p15:guide>
        <p15:guide id="4" pos="3869" userDrawn="1">
          <p15:clr>
            <a:srgbClr val="FBAE40"/>
          </p15:clr>
        </p15:guide>
        <p15:guide id="5" orient="horz" pos="744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 02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9896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22328" y="4114800"/>
            <a:ext cx="2621381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286400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2F5361D-F632-DFB9-D136-FE6375FA79C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00708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F6EF16-9A4A-EF63-667A-3C1ADD4DE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1ED238-6373-B27F-92BD-B057403E08E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383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187C83-BE7B-171E-71A8-D3E082B5727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6AD1F5C-1874-2A8D-F35D-9B0AEB8962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6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0135AD9-E092-90D3-E0D9-EDCCC50BE188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240405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4A3952-DE15-5F87-1664-D941C43497F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58484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EEF5B-ED8F-4440-CFC5-61AF454536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0688D80-06A5-59A1-08D4-536B73A09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34D774BA-7F05-A5A2-1BD0-68E31831A19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47902A-EB6F-CE95-38A4-7A8F75A4DF04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15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3869" userDrawn="1">
          <p15:clr>
            <a:srgbClr val="FBAE40"/>
          </p15:clr>
        </p15:guide>
        <p15:guide id="3" pos="3725" userDrawn="1">
          <p15:clr>
            <a:srgbClr val="FBAE40"/>
          </p15:clr>
        </p15:guide>
        <p15:guide id="4" pos="2035" userDrawn="1">
          <p15:clr>
            <a:srgbClr val="FBAE40"/>
          </p15:clr>
        </p15:guide>
        <p15:guide id="5" orient="horz" pos="744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 03">
    <p:bg>
      <p:bgPr>
        <a:gradFill>
          <a:gsLst>
            <a:gs pos="0">
              <a:schemeClr val="tx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22328" y="4114800"/>
            <a:ext cx="2621381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286400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2F5361D-F632-DFB9-D136-FE6375FA79C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00708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85EBA-8A58-1040-7BD6-7C8EA5E0F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B4699E-1F5B-0C6C-D242-6D182C37976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383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7EDA82F-0B1B-4F69-FCDB-3EED8FCCB00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242877-22D9-3629-05C4-0ADC6C78D87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6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993CA73-A038-DE87-46AD-ECDC213597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240405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2EB15F8-2148-EB84-B1F6-BBD17D9D005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58484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D32F5-D6F5-B491-F76F-09D24776B95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E56A9F-368D-A112-49AA-D7032FDB9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5010DBB-D33E-D201-D44E-FB43B3AB10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9D7536-8D18-82CE-D16C-40F316961795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21916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5" userDrawn="1">
          <p15:clr>
            <a:srgbClr val="FBAE40"/>
          </p15:clr>
        </p15:guide>
        <p15:guide id="3" pos="3725" userDrawn="1">
          <p15:clr>
            <a:srgbClr val="FBAE40"/>
          </p15:clr>
        </p15:guide>
        <p15:guide id="4" pos="3869" userDrawn="1">
          <p15:clr>
            <a:srgbClr val="FBAE40"/>
          </p15:clr>
        </p15:guide>
        <p15:guide id="5" orient="horz" pos="744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 04">
    <p:bg>
      <p:bgPr>
        <a:gradFill>
          <a:gsLst>
            <a:gs pos="0">
              <a:schemeClr val="accent3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22328" y="4114800"/>
            <a:ext cx="2621381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286400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2F5361D-F632-DFB9-D136-FE6375FA79C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00708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433475-4F7B-72B3-97C2-53AA4A5C5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949F436-7E97-EE1D-BA84-8C3CDA458D6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383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87097C-AE71-0A93-2518-DA08F79F9E5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ABFE278-54DA-1002-7CA8-B5A5C54CE26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6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81CF4E8-9AF4-7422-48EB-DA5BB0B743A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240405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79F136F-D957-E95F-C9AB-0C6857730AA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58484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43368-8C96-35AA-9D45-A947A408AE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546D001-F770-E5B5-7E3F-BE6308C0A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41A8318-4452-15FD-76FA-D6C3BC62ED6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C147FA-AE1D-3DA2-AD80-EAD0BD5077A1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05903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5" userDrawn="1">
          <p15:clr>
            <a:srgbClr val="FBAE40"/>
          </p15:clr>
        </p15:guide>
        <p15:guide id="3" pos="3725" userDrawn="1">
          <p15:clr>
            <a:srgbClr val="FBAE40"/>
          </p15:clr>
        </p15:guide>
        <p15:guide id="4" pos="3869" userDrawn="1">
          <p15:clr>
            <a:srgbClr val="FBAE40"/>
          </p15:clr>
        </p15:guide>
        <p15:guide id="5" orient="horz" pos="744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 05">
    <p:bg>
      <p:bgPr>
        <a:gradFill>
          <a:gsLst>
            <a:gs pos="0">
              <a:schemeClr val="accent2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31311"/>
            <a:ext cx="8510778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22328" y="4114800"/>
            <a:ext cx="2621381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286400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2F5361D-F632-DFB9-D136-FE6375FA79C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00708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6BAEF3-44C0-ED04-D9A0-78591DA48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0662C0-9AEE-F8B1-244E-DCB37C026A1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383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DB417C7-7F66-669A-8E69-1AEEBC5990E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11ECF2A-58D7-00AB-E9C5-1821FD466E0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6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8D2F410-7410-A2DC-F47D-54BCEA9598B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240405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2591953-32F7-66F7-9B13-D5F60CD4921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58484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57F2A-36BF-BDB0-9EB5-25F2F92588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9F3914-76F4-3F3A-8EFD-1C7770672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8C0169E-B3B5-9BAC-8B78-F0E1625076C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BEEFFEA-62FA-4E78-67A7-6A8E642FCB8B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2316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3869" userDrawn="1">
          <p15:clr>
            <a:srgbClr val="FBAE40"/>
          </p15:clr>
        </p15:guide>
        <p15:guide id="3" pos="3725" userDrawn="1">
          <p15:clr>
            <a:srgbClr val="FBAE40"/>
          </p15:clr>
        </p15:guide>
        <p15:guide id="4" pos="2035" userDrawn="1">
          <p15:clr>
            <a:srgbClr val="FBAE40"/>
          </p15:clr>
        </p15:guide>
        <p15:guide id="5" orient="horz" pos="744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 06">
    <p:bg>
      <p:bgPr>
        <a:gradFill>
          <a:gsLst>
            <a:gs pos="0">
              <a:schemeClr val="accent4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498967" cy="339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1C66CA-DC2B-B375-5DD8-D0C499A95B4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22328" y="4114800"/>
            <a:ext cx="2621381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3F1E26-F921-B64E-7EED-BEB9504EC8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286400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2F5361D-F632-DFB9-D136-FE6375FA79C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00708" y="4114800"/>
            <a:ext cx="2570459" cy="486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20477E-FFBD-17C3-A16F-EA3A2DBD3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326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1E0E50-06F2-C5CD-F4DA-626ED845444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24383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F1B8F9-54D2-284A-5FBC-F1C68DA65F5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58484" y="1898496"/>
            <a:ext cx="2674620" cy="1962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044FCA8-29C0-8B68-707F-D6CCF9C6C8A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2326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F95067B-C50E-62CF-6363-10EB0129FA5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240405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35A5A42-9D42-0596-8BA7-4E1E37D76A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58484" y="1405052"/>
            <a:ext cx="2674620" cy="3291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Chart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7A049-9A9F-BB24-7247-371BA41C6E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E52A179-0B60-E04E-525B-D9C46F5A2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D33E41C-DC17-8D33-27D6-BD6D83588E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C45381A-F26E-700B-804E-F1517432B29B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699566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0" userDrawn="1">
          <p15:clr>
            <a:srgbClr val="FBAE40"/>
          </p15:clr>
        </p15:guide>
        <p15:guide id="2" pos="2034" userDrawn="1">
          <p15:clr>
            <a:srgbClr val="FBAE40"/>
          </p15:clr>
        </p15:guide>
        <p15:guide id="3" pos="3726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orient="horz" pos="744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w Imag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90000"/>
                </a:schemeClr>
              </a:gs>
              <a:gs pos="47000">
                <a:schemeClr val="accent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30385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3794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80991-ED89-79BD-3FE8-85AB9CC93B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5D57D5A3-2405-8623-BF4B-FC66210ED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8C2A789-7B42-92F1-4DFA-70F0EF3C50E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4C8DE9-F6BB-E5AB-47FB-91802E3E7754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8613821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w Image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90000"/>
                </a:schemeClr>
              </a:gs>
              <a:gs pos="47000">
                <a:schemeClr val="accent2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30385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3794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B9A0E-D80D-30CB-2FF5-0D7A16232A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A3A2B20D-4055-2CFD-589E-4C7DEA19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95C8302-9E4C-2D78-548F-1E8E7A183F0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A588F1-E9C7-AE0A-8684-03DFF4F34BFB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6912237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w Image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tx2">
                  <a:alpha val="90000"/>
                </a:schemeClr>
              </a:gs>
              <a:gs pos="47000">
                <a:schemeClr val="tx2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89738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30385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3794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82BBD-7E4C-502D-DF55-A90D945383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8EC1A8E0-D5EC-8DF4-F286-FDF0AED85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059B0D4-0655-425C-9B00-BD4B546723C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7E704F-8105-57C4-02A9-E04298377F3E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9806168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w Image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90000"/>
                </a:schemeClr>
              </a:gs>
              <a:gs pos="47000">
                <a:schemeClr val="accent3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30385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3794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25CED-4016-6DA7-1D6E-141196EB63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DEA70BA2-F7EB-5BA1-1991-19458D420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E2F4EF-C4C1-A32C-4DF7-FB878A0EE1D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AE12A8-10EC-7AC7-33C4-DCD615EDF34A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6663075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w Image 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90000"/>
                </a:schemeClr>
              </a:gs>
              <a:gs pos="47000">
                <a:schemeClr val="accent4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30385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3794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32B2-5E8F-28D6-7AE8-6D96496BB3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15836974-FBC2-990B-5AC3-FD945547D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7C7DC4D-0203-7D7A-B5CB-7DB2AADB5F6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E2C47A-97EC-8862-00DD-BBFB4F772A02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9765751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w Image 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30385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027282C-E48F-44A4-A52D-A72DB168D0B3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rgbClr val="F6F4F2">
                  <a:alpha val="90000"/>
                </a:srgbClr>
              </a:gs>
              <a:gs pos="47000">
                <a:srgbClr val="F6F4F2">
                  <a:alpha val="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3794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0C9F7-FE87-5C4E-8D1B-23919F0718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0C9E43B2-B4B3-71CC-9371-E4E007DBC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106FAB1-E6F8-F355-3D8B-B1E749C10FF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F81BF4-4B91-2241-0B32-6C6AA850CD3A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6309954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90000"/>
                </a:schemeClr>
              </a:gs>
              <a:gs pos="47000">
                <a:schemeClr val="accent2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8812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82C8B-AD90-CE93-FB1D-64075E4A35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C194EB8E-6114-777E-B987-A7A2C74AE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bg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6E31556-4D54-6D26-3E0B-C39412BD53B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9A83F6-DE00-7A2F-DF0A-10CBCA37273D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bg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129650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bg1">
                  <a:alpha val="70000"/>
                </a:schemeClr>
              </a:gs>
              <a:gs pos="47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8812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CC31E-4A11-E0C2-A7A1-9246739BDA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BC9968AC-C1D6-4880-A313-CD294F6A6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0BDEDB-CDA0-0104-9437-F288B61477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1AF90C-FAB8-ED78-2A6C-CF4CC9C1FA28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66077721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90000"/>
                </a:schemeClr>
              </a:gs>
              <a:gs pos="47000">
                <a:schemeClr val="accent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8812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1F5E5-2690-69FD-D78D-7B1CC34814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32BE2CC0-6AEE-9817-365A-AA748D95A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bg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9E81F1-CAAD-D4AB-92D9-C36051AA0AA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FCFA33-C1F1-DE4E-C06F-D9E5B6329D6F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bg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816451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0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70000"/>
                </a:schemeClr>
              </a:gs>
              <a:gs pos="47000">
                <a:schemeClr val="accent4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8812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341BA-3E95-A1FC-E474-F67F0B7449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E7118B42-640E-F065-30D0-F80319C5D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CD96B82-793B-A32E-6170-3853E012604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8C376F-65EA-9884-B1FA-7FB945BE0E39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172127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0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bg1">
                  <a:alpha val="70000"/>
                </a:schemeClr>
              </a:gs>
              <a:gs pos="47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8812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ACFD7-73C9-FCBD-E18D-478D959E3F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FA7A088A-6C0C-5C5B-CE2F-3160B70BE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3655A5-0E41-9EFB-3203-E3B20598D63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26A8CA-9F5A-7572-F801-E434A674999E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519897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0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rgbClr val="F6F4F2">
                  <a:alpha val="90000"/>
                </a:srgbClr>
              </a:gs>
              <a:gs pos="47000">
                <a:srgbClr val="F6F4F2">
                  <a:alpha val="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191" y="1888124"/>
            <a:ext cx="7401622" cy="1467612"/>
          </a:xfrm>
        </p:spPr>
        <p:txBody>
          <a:bodyPr anchor="ctr">
            <a:noAutofit/>
          </a:bodyPr>
          <a:lstStyle>
            <a:lvl1pPr algn="ctr">
              <a:lnSpc>
                <a:spcPts val="375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DC2D5-3684-6149-B4A3-111A1942FA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306D9BF6-00E5-9DC9-62B7-6B37EEF4C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B8A0587-7753-4B0E-8B91-A91C285B8A9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C2D537-56FA-393C-6910-23903005D43E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177801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 w Imag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50000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31B918-304B-E67E-9789-FB2283DEF54A}"/>
              </a:ext>
            </a:extLst>
          </p:cNvPr>
          <p:cNvSpPr/>
          <p:nvPr userDrawn="1"/>
        </p:nvSpPr>
        <p:spPr>
          <a:xfrm>
            <a:off x="6102752" y="1623350"/>
            <a:ext cx="2291787" cy="2847372"/>
          </a:xfrm>
          <a:prstGeom prst="roundRect">
            <a:avLst>
              <a:gd name="adj" fmla="val 265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47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C7D701C-E635-5793-1FFF-02D946CAE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80511" y="1744883"/>
            <a:ext cx="1752334" cy="694482"/>
          </a:xfrm>
        </p:spPr>
        <p:txBody>
          <a:bodyPr anchor="b">
            <a:noAutofit/>
          </a:bodyPr>
          <a:lstStyle>
            <a:lvl1pPr marL="0" indent="0">
              <a:lnSpc>
                <a:spcPts val="2250"/>
              </a:lnSpc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6" y="437418"/>
            <a:ext cx="2897650" cy="1204649"/>
          </a:xfrm>
        </p:spPr>
        <p:txBody>
          <a:bodyPr anchor="t">
            <a:noAutofit/>
          </a:bodyPr>
          <a:lstStyle>
            <a:lvl1pPr algn="l">
              <a:lnSpc>
                <a:spcPts val="3300"/>
              </a:lnSpc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413C42-E97A-4D13-2190-854B3DB47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546" y="2708175"/>
            <a:ext cx="1753565" cy="155376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07023-2EA3-9519-8AB3-FA90765D5D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BB729E34-B319-F053-F5AC-B9F0D7178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8D193A-4FA0-9643-2C8D-1E7AB70C715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D91054-FAE2-C501-8649-13433F99AF5B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887951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 w Image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50000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31B918-304B-E67E-9789-FB2283DEF54A}"/>
              </a:ext>
            </a:extLst>
          </p:cNvPr>
          <p:cNvSpPr/>
          <p:nvPr userDrawn="1"/>
        </p:nvSpPr>
        <p:spPr>
          <a:xfrm>
            <a:off x="6102752" y="1623350"/>
            <a:ext cx="2291787" cy="2847372"/>
          </a:xfrm>
          <a:prstGeom prst="roundRect">
            <a:avLst>
              <a:gd name="adj" fmla="val 265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C7D701C-E635-5793-1FFF-02D946CAE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80511" y="1744883"/>
            <a:ext cx="1752334" cy="694482"/>
          </a:xfrm>
        </p:spPr>
        <p:txBody>
          <a:bodyPr anchor="b">
            <a:noAutofit/>
          </a:bodyPr>
          <a:lstStyle>
            <a:lvl1pPr marL="0" indent="0">
              <a:lnSpc>
                <a:spcPts val="2250"/>
              </a:lnSpc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47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A65B-396D-294E-4D21-53249DED8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6" y="437418"/>
            <a:ext cx="2897650" cy="1204649"/>
          </a:xfrm>
        </p:spPr>
        <p:txBody>
          <a:bodyPr anchor="t">
            <a:noAutofit/>
          </a:bodyPr>
          <a:lstStyle>
            <a:lvl1pPr algn="l">
              <a:lnSpc>
                <a:spcPts val="3300"/>
              </a:lnSpc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413C42-E97A-4D13-2190-854B3DB47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546" y="2708175"/>
            <a:ext cx="1753565" cy="1553766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6A9C1-96FF-970A-C195-892A0B5E1A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5FEA8EC8-C98B-5EC3-3A19-29D26DB21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84355C-9D8D-04F1-B47F-7F53F1FC158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41E616-83F5-F05A-88AF-03A985D1F50C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986394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 w Image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50000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31B918-304B-E67E-9789-FB2283DEF54A}"/>
              </a:ext>
            </a:extLst>
          </p:cNvPr>
          <p:cNvSpPr/>
          <p:nvPr userDrawn="1"/>
        </p:nvSpPr>
        <p:spPr>
          <a:xfrm>
            <a:off x="6102752" y="1623350"/>
            <a:ext cx="2291787" cy="2847372"/>
          </a:xfrm>
          <a:prstGeom prst="roundRect">
            <a:avLst>
              <a:gd name="adj" fmla="val 26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C7D701C-E635-5793-1FFF-02D946CAE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80511" y="1744883"/>
            <a:ext cx="1752334" cy="694482"/>
          </a:xfrm>
        </p:spPr>
        <p:txBody>
          <a:bodyPr anchor="b">
            <a:noAutofit/>
          </a:bodyPr>
          <a:lstStyle>
            <a:lvl1pPr marL="0" indent="0">
              <a:lnSpc>
                <a:spcPts val="2250"/>
              </a:lnSpc>
              <a:buNone/>
              <a:defRPr sz="2400" b="0" i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47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413C42-E97A-4D13-2190-854B3DB47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546" y="2708175"/>
            <a:ext cx="1753565" cy="155376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FF79C4-E5C3-D77D-8E61-DB026A6D5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6" y="437418"/>
            <a:ext cx="2897650" cy="1204649"/>
          </a:xfrm>
        </p:spPr>
        <p:txBody>
          <a:bodyPr anchor="t">
            <a:noAutofit/>
          </a:bodyPr>
          <a:lstStyle>
            <a:lvl1pPr algn="l">
              <a:lnSpc>
                <a:spcPts val="3300"/>
              </a:lnSpc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E2A6EF1-D1FF-EC2F-A12A-2D2570B91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F3EDE162-927E-5174-F65F-C4441C766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0B2C727-24DA-7EDD-1718-D273607DE7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C7BE41-B6F1-132C-DF7E-7B0117F7E210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630128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 w Image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50000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31B918-304B-E67E-9789-FB2283DEF54A}"/>
              </a:ext>
            </a:extLst>
          </p:cNvPr>
          <p:cNvSpPr/>
          <p:nvPr userDrawn="1"/>
        </p:nvSpPr>
        <p:spPr>
          <a:xfrm>
            <a:off x="6102752" y="1623350"/>
            <a:ext cx="2291787" cy="2847372"/>
          </a:xfrm>
          <a:prstGeom prst="roundRect">
            <a:avLst>
              <a:gd name="adj" fmla="val 265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C7D701C-E635-5793-1FFF-02D946CAE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80511" y="1744883"/>
            <a:ext cx="1752334" cy="694482"/>
          </a:xfrm>
        </p:spPr>
        <p:txBody>
          <a:bodyPr anchor="b">
            <a:noAutofit/>
          </a:bodyPr>
          <a:lstStyle>
            <a:lvl1pPr marL="0" indent="0">
              <a:lnSpc>
                <a:spcPts val="2250"/>
              </a:lnSpc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47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413C42-E97A-4D13-2190-854B3DB47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546" y="2708175"/>
            <a:ext cx="1753565" cy="1553766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1153C7-D9CC-7474-96E3-84EB97E1E6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6" y="437418"/>
            <a:ext cx="2897650" cy="1204649"/>
          </a:xfrm>
        </p:spPr>
        <p:txBody>
          <a:bodyPr anchor="t">
            <a:noAutofit/>
          </a:bodyPr>
          <a:lstStyle>
            <a:lvl1pPr algn="l">
              <a:lnSpc>
                <a:spcPts val="3300"/>
              </a:lnSpc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84DF625-FC83-FF84-10CE-AEE8DE5400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8D3A7F85-9089-30CB-721E-A35A9E9FA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4560F08-F197-7452-3785-5D069D3042E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3BCE17-4919-BE59-B605-67928DB895A0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6539784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 w Image 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50000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31B918-304B-E67E-9789-FB2283DEF54A}"/>
              </a:ext>
            </a:extLst>
          </p:cNvPr>
          <p:cNvSpPr/>
          <p:nvPr userDrawn="1"/>
        </p:nvSpPr>
        <p:spPr>
          <a:xfrm>
            <a:off x="6102752" y="1623350"/>
            <a:ext cx="2291787" cy="2847372"/>
          </a:xfrm>
          <a:prstGeom prst="roundRect">
            <a:avLst>
              <a:gd name="adj" fmla="val 265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C7D701C-E635-5793-1FFF-02D946CAE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80511" y="1744883"/>
            <a:ext cx="1752334" cy="694482"/>
          </a:xfrm>
        </p:spPr>
        <p:txBody>
          <a:bodyPr anchor="b">
            <a:noAutofit/>
          </a:bodyPr>
          <a:lstStyle>
            <a:lvl1pPr marL="0" indent="0">
              <a:lnSpc>
                <a:spcPts val="2250"/>
              </a:lnSpc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47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413C42-E97A-4D13-2190-854B3DB47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546" y="2708175"/>
            <a:ext cx="1753565" cy="1553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B1B246-EBC7-67CC-A9E2-3AEC3DB9FD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6" y="437418"/>
            <a:ext cx="2897650" cy="1204649"/>
          </a:xfrm>
        </p:spPr>
        <p:txBody>
          <a:bodyPr anchor="t">
            <a:noAutofit/>
          </a:bodyPr>
          <a:lstStyle>
            <a:lvl1pPr algn="l">
              <a:lnSpc>
                <a:spcPts val="3300"/>
              </a:lnSpc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4BE6B0B-A500-7C84-20F3-7E82C3F2F2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D86914F7-5559-A6F1-19E8-DBB0A6BD6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EFE936B-6C68-9076-ED56-13FA234BF52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6D8B71-EEC9-3718-E540-D472BE189E5C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5518463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 w Image 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B0FC0F-1FCE-2379-C0B1-587D86E9F2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825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Click to Insert Picture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8AE57-3D08-27A2-5E8B-3B77C2192274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100000">
                <a:schemeClr val="bg1">
                  <a:alpha val="50000"/>
                </a:schemeClr>
              </a:gs>
              <a:gs pos="64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31B918-304B-E67E-9789-FB2283DEF54A}"/>
              </a:ext>
            </a:extLst>
          </p:cNvPr>
          <p:cNvSpPr/>
          <p:nvPr userDrawn="1"/>
        </p:nvSpPr>
        <p:spPr>
          <a:xfrm>
            <a:off x="6102752" y="1623350"/>
            <a:ext cx="2291787" cy="2847372"/>
          </a:xfrm>
          <a:prstGeom prst="roundRect">
            <a:avLst>
              <a:gd name="adj" fmla="val 2651"/>
            </a:avLst>
          </a:prstGeom>
          <a:solidFill>
            <a:srgbClr val="F6F4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C7D701C-E635-5793-1FFF-02D946CAE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80511" y="1744883"/>
            <a:ext cx="1752334" cy="694482"/>
          </a:xfrm>
        </p:spPr>
        <p:txBody>
          <a:bodyPr anchor="b">
            <a:noAutofit/>
          </a:bodyPr>
          <a:lstStyle>
            <a:lvl1pPr marL="0" indent="0">
              <a:lnSpc>
                <a:spcPts val="2250"/>
              </a:lnSpc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9EC662-5690-289F-E07A-2D211261D01E}"/>
              </a:ext>
            </a:extLst>
          </p:cNvPr>
          <p:cNvSpPr/>
          <p:nvPr userDrawn="1"/>
        </p:nvSpPr>
        <p:spPr>
          <a:xfrm>
            <a:off x="3847172" y="0"/>
            <a:ext cx="5296829" cy="5143500"/>
          </a:xfrm>
          <a:custGeom>
            <a:avLst/>
            <a:gdLst>
              <a:gd name="connsiteX0" fmla="*/ 0 w 7062439"/>
              <a:gd name="connsiteY0" fmla="*/ 0 h 6858000"/>
              <a:gd name="connsiteX1" fmla="*/ 7062439 w 7062439"/>
              <a:gd name="connsiteY1" fmla="*/ 0 h 6858000"/>
              <a:gd name="connsiteX2" fmla="*/ 7062439 w 7062439"/>
              <a:gd name="connsiteY2" fmla="*/ 6858000 h 6858000"/>
              <a:gd name="connsiteX3" fmla="*/ 6808509 w 7062439"/>
              <a:gd name="connsiteY3" fmla="*/ 6858000 h 6858000"/>
              <a:gd name="connsiteX4" fmla="*/ 6809455 w 7062439"/>
              <a:gd name="connsiteY4" fmla="*/ 6853316 h 6858000"/>
              <a:gd name="connsiteX5" fmla="*/ 6809455 w 7062439"/>
              <a:gd name="connsiteY5" fmla="*/ 357496 h 6858000"/>
              <a:gd name="connsiteX6" fmla="*/ 6693259 w 7062439"/>
              <a:gd name="connsiteY6" fmla="*/ 241300 h 6858000"/>
              <a:gd name="connsiteX7" fmla="*/ 0 w 7062439"/>
              <a:gd name="connsiteY7" fmla="*/ 241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62439" h="6858000">
                <a:moveTo>
                  <a:pt x="0" y="0"/>
                </a:moveTo>
                <a:lnTo>
                  <a:pt x="7062439" y="0"/>
                </a:lnTo>
                <a:lnTo>
                  <a:pt x="7062439" y="6858000"/>
                </a:lnTo>
                <a:lnTo>
                  <a:pt x="6808509" y="6858000"/>
                </a:lnTo>
                <a:lnTo>
                  <a:pt x="6809455" y="6853316"/>
                </a:lnTo>
                <a:lnTo>
                  <a:pt x="6809455" y="357496"/>
                </a:lnTo>
                <a:cubicBezTo>
                  <a:pt x="6809455" y="293323"/>
                  <a:pt x="6757432" y="241300"/>
                  <a:pt x="6693259" y="241300"/>
                </a:cubicBezTo>
                <a:lnTo>
                  <a:pt x="0" y="24130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47000">
                <a:schemeClr val="bg1">
                  <a:alpha val="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413C42-E97A-4D13-2190-854B3DB47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546" y="2708175"/>
            <a:ext cx="1753565" cy="1553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5CCC5C-F2BE-F787-DD14-2CE7A84D6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6" y="437418"/>
            <a:ext cx="2897650" cy="1204649"/>
          </a:xfrm>
        </p:spPr>
        <p:txBody>
          <a:bodyPr anchor="t">
            <a:noAutofit/>
          </a:bodyPr>
          <a:lstStyle>
            <a:lvl1pPr algn="l">
              <a:lnSpc>
                <a:spcPts val="3300"/>
              </a:lnSpc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CA69229-9E56-D5FC-C2FD-5D58C91101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705759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8B5E91E7-2549-DB26-AF02-2E051979E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705759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60DE37-EA90-5593-39AA-DF04A4C469A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686444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5C8D78-1209-473B-EBCA-54AA73F112E5}"/>
              </a:ext>
            </a:extLst>
          </p:cNvPr>
          <p:cNvSpPr txBox="1"/>
          <p:nvPr userDrawn="1"/>
        </p:nvSpPr>
        <p:spPr>
          <a:xfrm>
            <a:off x="3169131" y="4705759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402373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A94E-2D5D-E1AF-282F-78C6E2E40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A9E54-3383-A539-7D1A-806798DA8D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26846B98-FF14-7FBE-76AA-DA7A42299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87D7530-DD64-0493-A63D-71BA7208AFC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246181-C346-128D-C235-5F1BEC4F24A7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24374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A94E-2D5D-E1AF-282F-78C6E2E40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CEBCE-E02B-7D8A-E967-076324F12E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03C563EE-BCE0-2BC1-B76B-4D2D3625B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bg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9D6D717-37A1-0BC1-15F6-8AC23790B61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08F328-B1AE-94BC-0AE6-3996E2EB3059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bg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245237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ED0D500-98D3-82B7-6588-2775C7A0AB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91" y="4834346"/>
            <a:ext cx="2044466" cy="137160"/>
          </a:xfrm>
        </p:spPr>
        <p:txBody>
          <a:bodyPr anchor="ctr" anchorCtr="0"/>
          <a:lstStyle>
            <a:lvl1pPr marL="0" indent="0">
              <a:buNone/>
              <a:defRPr sz="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7F2CDA70-7E55-DBAF-4FC5-E615604A7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554" y="4834346"/>
            <a:ext cx="324695" cy="137160"/>
          </a:xfrm>
          <a:prstGeom prst="rect">
            <a:avLst/>
          </a:prstGeom>
        </p:spPr>
        <p:txBody>
          <a:bodyPr anchor="ctr" anchorCtr="0"/>
          <a:lstStyle>
            <a:lvl1pPr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fld id="{84B330D7-881E-9046-BBD4-391A9266A9C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657BD7B-EDCC-40AE-4BD7-3C90DEABB0B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815031"/>
            <a:ext cx="439487" cy="175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E94765-A2F5-4056-DD9B-2CC760C8150D}"/>
              </a:ext>
            </a:extLst>
          </p:cNvPr>
          <p:cNvSpPr txBox="1"/>
          <p:nvPr userDrawn="1"/>
        </p:nvSpPr>
        <p:spPr>
          <a:xfrm>
            <a:off x="3169131" y="4834346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6843531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1">
    <p:bg>
      <p:bgPr>
        <a:gradFill>
          <a:gsLst>
            <a:gs pos="0">
              <a:schemeClr val="accent5"/>
            </a:gs>
            <a:gs pos="36000">
              <a:schemeClr val="bg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89737" y="227483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0">
                <a:schemeClr val="accent5"/>
              </a:gs>
              <a:gs pos="28000">
                <a:schemeClr val="bg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441637"/>
            <a:ext cx="6133976" cy="1015663"/>
          </a:xfrm>
        </p:spPr>
        <p:txBody>
          <a:bodyPr wrap="square" anchor="b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US"/>
              <a:t>Thank you.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ADBC982-C5C8-B40A-A921-C57CA226E8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715019"/>
            <a:ext cx="439487" cy="175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DD8044-4EF1-3DDE-3890-652111172E5E}"/>
              </a:ext>
            </a:extLst>
          </p:cNvPr>
          <p:cNvSpPr txBox="1"/>
          <p:nvPr userDrawn="1"/>
        </p:nvSpPr>
        <p:spPr>
          <a:xfrm>
            <a:off x="3169131" y="4734334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tx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4278294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2">
    <p:bg>
      <p:bgPr>
        <a:gradFill>
          <a:gsLst>
            <a:gs pos="0">
              <a:schemeClr val="accent5"/>
            </a:gs>
            <a:gs pos="36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B56955-6BE9-B9BC-AA7B-DDA29A6DD80A}"/>
              </a:ext>
            </a:extLst>
          </p:cNvPr>
          <p:cNvSpPr/>
          <p:nvPr userDrawn="1"/>
        </p:nvSpPr>
        <p:spPr>
          <a:xfrm>
            <a:off x="192024" y="180975"/>
            <a:ext cx="8764524" cy="4781550"/>
          </a:xfrm>
          <a:prstGeom prst="roundRect">
            <a:avLst>
              <a:gd name="adj" fmla="val 1727"/>
            </a:avLst>
          </a:prstGeom>
          <a:gradFill>
            <a:gsLst>
              <a:gs pos="0">
                <a:schemeClr val="accent5"/>
              </a:gs>
              <a:gs pos="28000">
                <a:schemeClr val="tx2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6EFEA-505C-F9D5-DA7A-F3920F6C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327" y="1441637"/>
            <a:ext cx="6133976" cy="1015663"/>
          </a:xfrm>
        </p:spPr>
        <p:txBody>
          <a:bodyPr wrap="square" anchor="b">
            <a:noAutofit/>
          </a:bodyPr>
          <a:lstStyle>
            <a:lvl1pPr>
              <a:lnSpc>
                <a:spcPct val="10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BE0990-42DE-30AC-6418-4B5FBF2DA2C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514" y="4715019"/>
            <a:ext cx="439487" cy="17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DD2D90-E91D-D313-00A8-40148EB404E9}"/>
              </a:ext>
            </a:extLst>
          </p:cNvPr>
          <p:cNvSpPr txBox="1"/>
          <p:nvPr userDrawn="1"/>
        </p:nvSpPr>
        <p:spPr>
          <a:xfrm>
            <a:off x="3169131" y="4734334"/>
            <a:ext cx="2805742" cy="1371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buSzPct val="100000"/>
            </a:pPr>
            <a:r>
              <a:rPr lang="en-US" sz="600" b="0" i="0">
                <a:solidFill>
                  <a:schemeClr val="bg1"/>
                </a:solidFill>
                <a:effectLst/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0867872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4903470"/>
            <a:ext cx="840105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 sz="1013"/>
          </a:p>
        </p:txBody>
      </p:sp>
      <p:sp>
        <p:nvSpPr>
          <p:cNvPr id="3" name="Text 1"/>
          <p:cNvSpPr/>
          <p:nvPr/>
        </p:nvSpPr>
        <p:spPr>
          <a:xfrm>
            <a:off x="411480" y="4937760"/>
            <a:ext cx="3703320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1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AI Voice Support POC | Scope Alignment</a:t>
            </a:r>
            <a:endParaRPr lang="en-US" sz="5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69630" y="4924044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25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9200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07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07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2DE99-0135-5331-8431-06E169E0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7" y="431311"/>
            <a:ext cx="8120966" cy="30777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A62BD-6660-7434-EB16-128E7C416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327" y="1405054"/>
            <a:ext cx="8120966" cy="29964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</a:t>
            </a:r>
          </a:p>
          <a:p>
            <a:pPr lvl="2"/>
            <a:r>
              <a:rPr lang="en-US"/>
              <a:t>Third</a:t>
            </a:r>
          </a:p>
          <a:p>
            <a:pPr lvl="3"/>
            <a:r>
              <a:rPr lang="en-US"/>
              <a:t>Fourth</a:t>
            </a:r>
          </a:p>
          <a:p>
            <a:pPr lvl="4"/>
            <a:r>
              <a:rPr lang="en-US"/>
              <a:t>Fifth</a:t>
            </a:r>
          </a:p>
        </p:txBody>
      </p:sp>
    </p:spTree>
    <p:extLst>
      <p:ext uri="{BB962C8B-B14F-4D97-AF65-F5344CB8AC3E}">
        <p14:creationId xmlns:p14="http://schemas.microsoft.com/office/powerpoint/2010/main" val="420048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6" r:id="rId105"/>
    <p:sldLayoutId id="2147483767" r:id="rId106"/>
  </p:sldLayoutIdLst>
  <p:hf hdr="0" ftr="0" dt="0"/>
  <p:txStyles>
    <p:titleStyle>
      <a:lvl1pPr algn="l" defTabSz="685783" rtl="0" eaLnBrk="1" latinLnBrk="0" hangingPunct="1">
        <a:lnSpc>
          <a:spcPts val="2400"/>
        </a:lnSpc>
        <a:spcBef>
          <a:spcPct val="0"/>
        </a:spcBef>
        <a:buNone/>
        <a:defRPr sz="2250" b="0" i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02868" indent="-102868" algn="l" defTabSz="685783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indent="-103583" algn="l" defTabSz="68578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28615" indent="-103583" algn="l" defTabSz="68578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00060" indent="-102392" algn="l" defTabSz="68578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76269" indent="-108344" algn="l" defTabSz="685783" rtl="0" eaLnBrk="1" latinLnBrk="0" hangingPunct="1">
        <a:lnSpc>
          <a:spcPct val="100000"/>
        </a:lnSpc>
        <a:spcBef>
          <a:spcPts val="0"/>
        </a:spcBef>
        <a:spcAft>
          <a:spcPts val="15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indent="0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 userDrawn="1">
          <p15:clr>
            <a:srgbClr val="F26B43"/>
          </p15:clr>
        </p15:guide>
        <p15:guide id="3" pos="198" userDrawn="1">
          <p15:clr>
            <a:srgbClr val="F26B43"/>
          </p15:clr>
        </p15:guide>
        <p15:guide id="4" pos="5562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orient="horz" pos="198" userDrawn="1">
          <p15:clr>
            <a:srgbClr val="F26B43"/>
          </p15:clr>
        </p15:guide>
        <p15:guide id="7" orient="horz" pos="3042" userDrawn="1">
          <p15:clr>
            <a:srgbClr val="F26B43"/>
          </p15:clr>
        </p15:guide>
        <p15:guide id="8" orient="horz" pos="108" userDrawn="1">
          <p15:clr>
            <a:srgbClr val="F26B43"/>
          </p15:clr>
        </p15:guide>
        <p15:guide id="9" orient="horz" pos="3120" userDrawn="1">
          <p15:clr>
            <a:srgbClr val="F26B43"/>
          </p15:clr>
        </p15:guide>
        <p15:guide id="10" pos="5640" userDrawn="1">
          <p15:clr>
            <a:srgbClr val="F26B43"/>
          </p15:clr>
        </p15:guide>
        <p15:guide id="11" pos="120" userDrawn="1">
          <p15:clr>
            <a:srgbClr val="F26B43"/>
          </p15:clr>
        </p15:guide>
        <p15:guide id="12" orient="horz" pos="607" userDrawn="1">
          <p15:clr>
            <a:srgbClr val="F26B43"/>
          </p15:clr>
        </p15:guide>
        <p15:guide id="13" pos="2795" userDrawn="1">
          <p15:clr>
            <a:srgbClr val="F26B43"/>
          </p15:clr>
        </p15:guide>
        <p15:guide id="14" pos="2968" userDrawn="1">
          <p15:clr>
            <a:srgbClr val="F26B43"/>
          </p15:clr>
        </p15:guide>
        <p15:guide id="15" orient="horz" pos="10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FBAB-E94F-3AE0-6841-53BC0F90B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341" y="1552148"/>
            <a:ext cx="3806470" cy="1417599"/>
          </a:xfrm>
        </p:spPr>
        <p:txBody>
          <a:bodyPr/>
          <a:lstStyle/>
          <a:p>
            <a:r>
              <a:rPr lang="en-US" dirty="0"/>
              <a:t>Customer Success Transformation Container 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04C49DE-5B3F-07BD-6BA4-9FFB0090C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341" y="3204459"/>
            <a:ext cx="3223260" cy="604840"/>
          </a:xfrm>
        </p:spPr>
        <p:txBody>
          <a:bodyPr/>
          <a:lstStyle/>
          <a:p>
            <a:r>
              <a:rPr lang="en-US" dirty="0"/>
              <a:t>Possible Solutions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7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CEB7-1545-5FDD-C4CD-6E71D8E3D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FA6DC-EA8E-0A0F-45AC-2047E7358C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C60AD-3A47-DA4B-DC22-E7E3CE5FFE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81DF9-09AE-8C92-0F80-5747A0EAA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4B330D7-881E-9046-BBD4-391A9266A9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12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arrier New ID Colors">
      <a:dk1>
        <a:srgbClr val="000000"/>
      </a:dk1>
      <a:lt1>
        <a:srgbClr val="FFFFFF"/>
      </a:lt1>
      <a:dk2>
        <a:srgbClr val="152C73"/>
      </a:dk2>
      <a:lt2>
        <a:srgbClr val="6F6F6F"/>
      </a:lt2>
      <a:accent1>
        <a:srgbClr val="0A2EF5"/>
      </a:accent1>
      <a:accent2>
        <a:srgbClr val="FFC300"/>
      </a:accent2>
      <a:accent3>
        <a:srgbClr val="1BAF2C"/>
      </a:accent3>
      <a:accent4>
        <a:srgbClr val="BDBCBB"/>
      </a:accent4>
      <a:accent5>
        <a:srgbClr val="009CFF"/>
      </a:accent5>
      <a:accent6>
        <a:srgbClr val="152C73"/>
      </a:accent6>
      <a:hlink>
        <a:srgbClr val="0A2EF5"/>
      </a:hlink>
      <a:folHlink>
        <a:srgbClr val="009CFF"/>
      </a:folHlink>
    </a:clrScheme>
    <a:fontScheme name="Carrier New ID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ier_PPT_Template_V5.0_No_Samples" id="{93879B36-0AEF-3A47-B407-3E16CA636811}" vid="{9775E8A4-A009-2C4F-93F6-096955E9FC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10184</TotalTime>
  <Words>7</Words>
  <Application>Microsoft Office PowerPoint</Application>
  <PresentationFormat>On-screen Show (16:9)</PresentationFormat>
  <Paragraphs>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Customer Success Transformation Container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Kaushik, Munish (Contractor)</dc:creator>
  <cp:lastModifiedBy>Munish Kaushik</cp:lastModifiedBy>
  <cp:revision>2</cp:revision>
  <dcterms:created xsi:type="dcterms:W3CDTF">2026-04-07T12:21:39Z</dcterms:created>
  <dcterms:modified xsi:type="dcterms:W3CDTF">2026-08-11T12:16:14Z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864bb8-b671-4bed-ba85-9478127ab5e9_Enabled">
    <vt:lpwstr>true</vt:lpwstr>
  </property>
  <property fmtid="{D5CDD505-2E9C-101B-9397-08002B2CF9AE}" pid="3" name="MSIP_Label_b7864bb8-b671-4bed-ba85-9478127ab5e9_SetDate">
    <vt:lpwstr>2026-04-07T12:39:11Z</vt:lpwstr>
  </property>
  <property fmtid="{D5CDD505-2E9C-101B-9397-08002B2CF9AE}" pid="4" name="MSIP_Label_b7864bb8-b671-4bed-ba85-9478127ab5e9_Method">
    <vt:lpwstr>Standard</vt:lpwstr>
  </property>
  <property fmtid="{D5CDD505-2E9C-101B-9397-08002B2CF9AE}" pid="5" name="MSIP_Label_b7864bb8-b671-4bed-ba85-9478127ab5e9_Name">
    <vt:lpwstr>Confidential – 2023</vt:lpwstr>
  </property>
  <property fmtid="{D5CDD505-2E9C-101B-9397-08002B2CF9AE}" pid="6" name="MSIP_Label_b7864bb8-b671-4bed-ba85-9478127ab5e9_SiteId">
    <vt:lpwstr>36839a65-7f3f-4bac-9ea4-f571f10a9a03</vt:lpwstr>
  </property>
  <property fmtid="{D5CDD505-2E9C-101B-9397-08002B2CF9AE}" pid="7" name="MSIP_Label_b7864bb8-b671-4bed-ba85-9478127ab5e9_ActionId">
    <vt:lpwstr>803f421c-6606-499b-996f-e375d7cdc3e4</vt:lpwstr>
  </property>
  <property fmtid="{D5CDD505-2E9C-101B-9397-08002B2CF9AE}" pid="8" name="MSIP_Label_b7864bb8-b671-4bed-ba85-9478127ab5e9_ContentBits">
    <vt:lpwstr>0</vt:lpwstr>
  </property>
  <property fmtid="{D5CDD505-2E9C-101B-9397-08002B2CF9AE}" pid="9" name="MSIP_Label_b7864bb8-b671-4bed-ba85-9478127ab5e9_Tag">
    <vt:lpwstr>10, 3, 0, 1</vt:lpwstr>
  </property>
</Properties>
</file>